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notesMasterIdLst>
    <p:notesMasterId r:id="rId22"/>
  </p:notesMasterIdLst>
  <p:sldIdLst>
    <p:sldId id="256" r:id="rId2"/>
    <p:sldId id="271" r:id="rId3"/>
    <p:sldId id="272" r:id="rId4"/>
    <p:sldId id="266" r:id="rId5"/>
    <p:sldId id="267" r:id="rId6"/>
    <p:sldId id="268" r:id="rId7"/>
    <p:sldId id="269" r:id="rId8"/>
    <p:sldId id="270" r:id="rId9"/>
    <p:sldId id="257" r:id="rId10"/>
    <p:sldId id="258" r:id="rId11"/>
    <p:sldId id="259" r:id="rId12"/>
    <p:sldId id="260" r:id="rId13"/>
    <p:sldId id="261" r:id="rId14"/>
    <p:sldId id="277" r:id="rId15"/>
    <p:sldId id="273" r:id="rId16"/>
    <p:sldId id="274" r:id="rId17"/>
    <p:sldId id="275" r:id="rId18"/>
    <p:sldId id="278" r:id="rId19"/>
    <p:sldId id="276" r:id="rId20"/>
    <p:sldId id="26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C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94660"/>
  </p:normalViewPr>
  <p:slideViewPr>
    <p:cSldViewPr snapToGrid="0">
      <p:cViewPr varScale="1">
        <p:scale>
          <a:sx n="78" d="100"/>
          <a:sy n="78" d="100"/>
        </p:scale>
        <p:origin x="83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e Adel" userId="d49065c80e38b79a" providerId="LiveId" clId="{E118E90C-4DD0-4410-A657-72EEE9BF2B98}"/>
    <pc:docChg chg="undo custSel addSld delSld modSld">
      <pc:chgData name="George Adel" userId="d49065c80e38b79a" providerId="LiveId" clId="{E118E90C-4DD0-4410-A657-72EEE9BF2B98}" dt="2026-09-19T11:54:58.880" v="349" actId="20577"/>
      <pc:docMkLst>
        <pc:docMk/>
      </pc:docMkLst>
      <pc:sldChg chg="new del">
        <pc:chgData name="George Adel" userId="d49065c80e38b79a" providerId="LiveId" clId="{E118E90C-4DD0-4410-A657-72EEE9BF2B98}" dt="2026-09-18T19:30:51.998" v="4" actId="47"/>
        <pc:sldMkLst>
          <pc:docMk/>
          <pc:sldMk cId="305748512" sldId="263"/>
        </pc:sldMkLst>
      </pc:sldChg>
      <pc:sldChg chg="new del">
        <pc:chgData name="George Adel" userId="d49065c80e38b79a" providerId="LiveId" clId="{E118E90C-4DD0-4410-A657-72EEE9BF2B98}" dt="2026-09-18T19:30:29.890" v="1" actId="47"/>
        <pc:sldMkLst>
          <pc:docMk/>
          <pc:sldMk cId="1047152604" sldId="263"/>
        </pc:sldMkLst>
      </pc:sldChg>
      <pc:sldChg chg="addSp delSp modSp new del mod">
        <pc:chgData name="George Adel" userId="d49065c80e38b79a" providerId="LiveId" clId="{E118E90C-4DD0-4410-A657-72EEE9BF2B98}" dt="2026-09-18T19:31:15.553" v="11" actId="47"/>
        <pc:sldMkLst>
          <pc:docMk/>
          <pc:sldMk cId="245666152" sldId="264"/>
        </pc:sldMkLst>
        <pc:spChg chg="add del mod">
          <ac:chgData name="George Adel" userId="d49065c80e38b79a" providerId="LiveId" clId="{E118E90C-4DD0-4410-A657-72EEE9BF2B98}" dt="2026-09-18T19:30:55.816" v="7"/>
          <ac:spMkLst>
            <pc:docMk/>
            <pc:sldMk cId="245666152" sldId="264"/>
            <ac:spMk id="2" creationId="{448190BF-8FFB-4C3A-015F-017378751409}"/>
          </ac:spMkLst>
        </pc:spChg>
      </pc:sldChg>
      <pc:sldChg chg="new del">
        <pc:chgData name="George Adel" userId="d49065c80e38b79a" providerId="LiveId" clId="{E118E90C-4DD0-4410-A657-72EEE9BF2B98}" dt="2026-09-18T19:31:23.213" v="13" actId="47"/>
        <pc:sldMkLst>
          <pc:docMk/>
          <pc:sldMk cId="2299960887" sldId="265"/>
        </pc:sldMkLst>
      </pc:sldChg>
      <pc:sldChg chg="new del">
        <pc:chgData name="George Adel" userId="d49065c80e38b79a" providerId="LiveId" clId="{E118E90C-4DD0-4410-A657-72EEE9BF2B98}" dt="2026-09-18T19:31:08.283" v="9" actId="680"/>
        <pc:sldMkLst>
          <pc:docMk/>
          <pc:sldMk cId="3127626041" sldId="265"/>
        </pc:sldMkLst>
      </pc:sldChg>
      <pc:sldChg chg="addSp delSp modSp new mod">
        <pc:chgData name="George Adel" userId="d49065c80e38b79a" providerId="LiveId" clId="{E118E90C-4DD0-4410-A657-72EEE9BF2B98}" dt="2026-09-18T19:41:34.770" v="38"/>
        <pc:sldMkLst>
          <pc:docMk/>
          <pc:sldMk cId="2111731204" sldId="266"/>
        </pc:sldMkLst>
        <pc:spChg chg="mod">
          <ac:chgData name="George Adel" userId="d49065c80e38b79a" providerId="LiveId" clId="{E118E90C-4DD0-4410-A657-72EEE9BF2B98}" dt="2026-09-18T19:31:30.143" v="21" actId="20577"/>
          <ac:spMkLst>
            <pc:docMk/>
            <pc:sldMk cId="2111731204" sldId="266"/>
            <ac:spMk id="2" creationId="{61421CBE-EF96-313F-49B7-DFD2E0EB558E}"/>
          </ac:spMkLst>
        </pc:spChg>
        <pc:spChg chg="mod">
          <ac:chgData name="George Adel" userId="d49065c80e38b79a" providerId="LiveId" clId="{E118E90C-4DD0-4410-A657-72EEE9BF2B98}" dt="2026-09-18T19:39:13.601" v="23" actId="20577"/>
          <ac:spMkLst>
            <pc:docMk/>
            <pc:sldMk cId="2111731204" sldId="266"/>
            <ac:spMk id="3" creationId="{EE897A23-48ED-4720-57A7-257BFD1F9134}"/>
          </ac:spMkLst>
        </pc:spChg>
        <pc:spChg chg="add del mod">
          <ac:chgData name="George Adel" userId="d49065c80e38b79a" providerId="LiveId" clId="{E118E90C-4DD0-4410-A657-72EEE9BF2B98}" dt="2026-09-18T19:41:34.770" v="38"/>
          <ac:spMkLst>
            <pc:docMk/>
            <pc:sldMk cId="2111731204" sldId="266"/>
            <ac:spMk id="6" creationId="{70B1452A-D251-3482-95BF-C6723AC51D83}"/>
          </ac:spMkLst>
        </pc:spChg>
        <pc:picChg chg="add del mod">
          <ac:chgData name="George Adel" userId="d49065c80e38b79a" providerId="LiveId" clId="{E118E90C-4DD0-4410-A657-72EEE9BF2B98}" dt="2026-09-18T19:41:26.205" v="33" actId="478"/>
          <ac:picMkLst>
            <pc:docMk/>
            <pc:sldMk cId="2111731204" sldId="266"/>
            <ac:picMk id="5" creationId="{FCCBA321-3E3C-7D10-913E-697A83326D27}"/>
          </ac:picMkLst>
        </pc:picChg>
        <pc:picChg chg="add mod">
          <ac:chgData name="George Adel" userId="d49065c80e38b79a" providerId="LiveId" clId="{E118E90C-4DD0-4410-A657-72EEE9BF2B98}" dt="2026-09-18T19:41:32.074" v="36" actId="1076"/>
          <ac:picMkLst>
            <pc:docMk/>
            <pc:sldMk cId="2111731204" sldId="266"/>
            <ac:picMk id="8" creationId="{5B187623-0F03-A513-BE3D-3E8EED8BF4C4}"/>
          </ac:picMkLst>
        </pc:picChg>
      </pc:sldChg>
      <pc:sldChg chg="addSp delSp modSp new mod">
        <pc:chgData name="George Adel" userId="d49065c80e38b79a" providerId="LiveId" clId="{E118E90C-4DD0-4410-A657-72EEE9BF2B98}" dt="2026-09-18T19:41:06.878" v="32" actId="14100"/>
        <pc:sldMkLst>
          <pc:docMk/>
          <pc:sldMk cId="3500119839" sldId="267"/>
        </pc:sldMkLst>
        <pc:spChg chg="del">
          <ac:chgData name="George Adel" userId="d49065c80e38b79a" providerId="LiveId" clId="{E118E90C-4DD0-4410-A657-72EEE9BF2B98}" dt="2026-09-18T19:40:09.483" v="27" actId="478"/>
          <ac:spMkLst>
            <pc:docMk/>
            <pc:sldMk cId="3500119839" sldId="267"/>
            <ac:spMk id="2" creationId="{38867673-C94A-E9B5-33C1-F77DF518C331}"/>
          </ac:spMkLst>
        </pc:spChg>
        <pc:spChg chg="del mod">
          <ac:chgData name="George Adel" userId="d49065c80e38b79a" providerId="LiveId" clId="{E118E90C-4DD0-4410-A657-72EEE9BF2B98}" dt="2026-09-18T19:40:53.725" v="29" actId="22"/>
          <ac:spMkLst>
            <pc:docMk/>
            <pc:sldMk cId="3500119839" sldId="267"/>
            <ac:spMk id="3" creationId="{49F4D2D2-E7AE-A56C-F711-E7DA179FD20B}"/>
          </ac:spMkLst>
        </pc:spChg>
        <pc:picChg chg="add mod ord">
          <ac:chgData name="George Adel" userId="d49065c80e38b79a" providerId="LiveId" clId="{E118E90C-4DD0-4410-A657-72EEE9BF2B98}" dt="2026-09-18T19:41:06.878" v="32" actId="14100"/>
          <ac:picMkLst>
            <pc:docMk/>
            <pc:sldMk cId="3500119839" sldId="267"/>
            <ac:picMk id="5" creationId="{72AEDC2B-057A-8D69-ADE8-50F01CB2C677}"/>
          </ac:picMkLst>
        </pc:picChg>
      </pc:sldChg>
      <pc:sldChg chg="new del">
        <pc:chgData name="George Adel" userId="d49065c80e38b79a" providerId="LiveId" clId="{E118E90C-4DD0-4410-A657-72EEE9BF2B98}" dt="2026-09-18T19:41:48.786" v="40" actId="47"/>
        <pc:sldMkLst>
          <pc:docMk/>
          <pc:sldMk cId="191756784" sldId="268"/>
        </pc:sldMkLst>
      </pc:sldChg>
      <pc:sldChg chg="addSp modSp new mod">
        <pc:chgData name="George Adel" userId="d49065c80e38b79a" providerId="LiveId" clId="{E118E90C-4DD0-4410-A657-72EEE9BF2B98}" dt="2026-09-18T19:42:43.657" v="50" actId="14100"/>
        <pc:sldMkLst>
          <pc:docMk/>
          <pc:sldMk cId="643320721" sldId="268"/>
        </pc:sldMkLst>
        <pc:picChg chg="add mod">
          <ac:chgData name="George Adel" userId="d49065c80e38b79a" providerId="LiveId" clId="{E118E90C-4DD0-4410-A657-72EEE9BF2B98}" dt="2026-09-18T19:42:43.657" v="50" actId="14100"/>
          <ac:picMkLst>
            <pc:docMk/>
            <pc:sldMk cId="643320721" sldId="268"/>
            <ac:picMk id="3" creationId="{B598949B-4A23-60A5-1012-67842D492F64}"/>
          </ac:picMkLst>
        </pc:picChg>
      </pc:sldChg>
      <pc:sldChg chg="addSp modSp new mod setBg">
        <pc:chgData name="George Adel" userId="d49065c80e38b79a" providerId="LiveId" clId="{E118E90C-4DD0-4410-A657-72EEE9BF2B98}" dt="2026-09-18T19:45:02.601" v="55" actId="14100"/>
        <pc:sldMkLst>
          <pc:docMk/>
          <pc:sldMk cId="3033893087" sldId="269"/>
        </pc:sldMkLst>
        <pc:picChg chg="add mod">
          <ac:chgData name="George Adel" userId="d49065c80e38b79a" providerId="LiveId" clId="{E118E90C-4DD0-4410-A657-72EEE9BF2B98}" dt="2026-09-18T19:45:02.601" v="55" actId="14100"/>
          <ac:picMkLst>
            <pc:docMk/>
            <pc:sldMk cId="3033893087" sldId="269"/>
            <ac:picMk id="3" creationId="{F17B67E4-1DEF-443B-618D-660CAB072C7E}"/>
          </ac:picMkLst>
        </pc:picChg>
      </pc:sldChg>
      <pc:sldChg chg="addSp modSp new mod">
        <pc:chgData name="George Adel" userId="d49065c80e38b79a" providerId="LiveId" clId="{E118E90C-4DD0-4410-A657-72EEE9BF2B98}" dt="2026-09-18T19:45:27.056" v="59" actId="14100"/>
        <pc:sldMkLst>
          <pc:docMk/>
          <pc:sldMk cId="3169209901" sldId="270"/>
        </pc:sldMkLst>
        <pc:picChg chg="add mod">
          <ac:chgData name="George Adel" userId="d49065c80e38b79a" providerId="LiveId" clId="{E118E90C-4DD0-4410-A657-72EEE9BF2B98}" dt="2026-09-18T19:45:27.056" v="59" actId="14100"/>
          <ac:picMkLst>
            <pc:docMk/>
            <pc:sldMk cId="3169209901" sldId="270"/>
            <ac:picMk id="3" creationId="{6E6EF481-023A-9D89-9C9B-2BD5D4A98E75}"/>
          </ac:picMkLst>
        </pc:picChg>
      </pc:sldChg>
      <pc:sldChg chg="addSp delSp modSp new mod setBg">
        <pc:chgData name="George Adel" userId="d49065c80e38b79a" providerId="LiveId" clId="{E118E90C-4DD0-4410-A657-72EEE9BF2B98}" dt="2026-09-19T10:20:31.842" v="115"/>
        <pc:sldMkLst>
          <pc:docMk/>
          <pc:sldMk cId="382959984" sldId="271"/>
        </pc:sldMkLst>
        <pc:spChg chg="del mod">
          <ac:chgData name="George Adel" userId="d49065c80e38b79a" providerId="LiveId" clId="{E118E90C-4DD0-4410-A657-72EEE9BF2B98}" dt="2026-09-19T10:17:54.321" v="84" actId="478"/>
          <ac:spMkLst>
            <pc:docMk/>
            <pc:sldMk cId="382959984" sldId="271"/>
            <ac:spMk id="2" creationId="{120751FB-A4F6-3250-9F75-1F7BAB0737ED}"/>
          </ac:spMkLst>
        </pc:spChg>
        <pc:spChg chg="del mod">
          <ac:chgData name="George Adel" userId="d49065c80e38b79a" providerId="LiveId" clId="{E118E90C-4DD0-4410-A657-72EEE9BF2B98}" dt="2026-09-19T10:18:15.661" v="92" actId="478"/>
          <ac:spMkLst>
            <pc:docMk/>
            <pc:sldMk cId="382959984" sldId="271"/>
            <ac:spMk id="3" creationId="{AFDC75D6-842B-0C13-64D3-A53EA6EFA2A9}"/>
          </ac:spMkLst>
        </pc:spChg>
        <pc:spChg chg="add del mod">
          <ac:chgData name="George Adel" userId="d49065c80e38b79a" providerId="LiveId" clId="{E118E90C-4DD0-4410-A657-72EEE9BF2B98}" dt="2026-09-19T10:17:54.321" v="86"/>
          <ac:spMkLst>
            <pc:docMk/>
            <pc:sldMk cId="382959984" sldId="271"/>
            <ac:spMk id="4" creationId="{6ADCC7B9-0BF1-474F-DF42-7602B445BA31}"/>
          </ac:spMkLst>
        </pc:spChg>
        <pc:spChg chg="add del mod">
          <ac:chgData name="George Adel" userId="d49065c80e38b79a" providerId="LiveId" clId="{E118E90C-4DD0-4410-A657-72EEE9BF2B98}" dt="2026-09-19T10:20:21.039" v="112" actId="20577"/>
          <ac:spMkLst>
            <pc:docMk/>
            <pc:sldMk cId="382959984" sldId="271"/>
            <ac:spMk id="8" creationId="{E01788FD-5296-6672-DB16-6B77B2833B89}"/>
          </ac:spMkLst>
        </pc:spChg>
        <pc:spChg chg="add del mod">
          <ac:chgData name="George Adel" userId="d49065c80e38b79a" providerId="LiveId" clId="{E118E90C-4DD0-4410-A657-72EEE9BF2B98}" dt="2026-09-19T10:20:31.842" v="115"/>
          <ac:spMkLst>
            <pc:docMk/>
            <pc:sldMk cId="382959984" sldId="271"/>
            <ac:spMk id="9" creationId="{94DC5ADE-9D1A-AE00-AF23-6647FB756548}"/>
          </ac:spMkLst>
        </pc:spChg>
        <pc:picChg chg="add del mod">
          <ac:chgData name="George Adel" userId="d49065c80e38b79a" providerId="LiveId" clId="{E118E90C-4DD0-4410-A657-72EEE9BF2B98}" dt="2026-09-19T10:18:41.332" v="100" actId="478"/>
          <ac:picMkLst>
            <pc:docMk/>
            <pc:sldMk cId="382959984" sldId="271"/>
            <ac:picMk id="6" creationId="{12649181-4FD6-1C84-2B91-48838E9F7B92}"/>
          </ac:picMkLst>
        </pc:picChg>
      </pc:sldChg>
      <pc:sldChg chg="modSp new mod setBg">
        <pc:chgData name="George Adel" userId="d49065c80e38b79a" providerId="LiveId" clId="{E118E90C-4DD0-4410-A657-72EEE9BF2B98}" dt="2026-09-19T10:23:30.434" v="163" actId="27636"/>
        <pc:sldMkLst>
          <pc:docMk/>
          <pc:sldMk cId="3173396744" sldId="272"/>
        </pc:sldMkLst>
        <pc:spChg chg="mod">
          <ac:chgData name="George Adel" userId="d49065c80e38b79a" providerId="LiveId" clId="{E118E90C-4DD0-4410-A657-72EEE9BF2B98}" dt="2026-09-19T10:23:26.338" v="161" actId="27636"/>
          <ac:spMkLst>
            <pc:docMk/>
            <pc:sldMk cId="3173396744" sldId="272"/>
            <ac:spMk id="2" creationId="{A715DEBF-A121-7FA5-603C-F5FBAC4BE888}"/>
          </ac:spMkLst>
        </pc:spChg>
        <pc:spChg chg="mod">
          <ac:chgData name="George Adel" userId="d49065c80e38b79a" providerId="LiveId" clId="{E118E90C-4DD0-4410-A657-72EEE9BF2B98}" dt="2026-09-19T10:23:30.434" v="163" actId="27636"/>
          <ac:spMkLst>
            <pc:docMk/>
            <pc:sldMk cId="3173396744" sldId="272"/>
            <ac:spMk id="3" creationId="{8F8DDA20-01FA-8D42-E37E-0F8F51B87709}"/>
          </ac:spMkLst>
        </pc:spChg>
      </pc:sldChg>
      <pc:sldChg chg="addSp delSp modSp new mod">
        <pc:chgData name="George Adel" userId="d49065c80e38b79a" providerId="LiveId" clId="{E118E90C-4DD0-4410-A657-72EEE9BF2B98}" dt="2026-09-19T11:54:48.260" v="348"/>
        <pc:sldMkLst>
          <pc:docMk/>
          <pc:sldMk cId="1120373519" sldId="273"/>
        </pc:sldMkLst>
        <pc:spChg chg="del mod">
          <ac:chgData name="George Adel" userId="d49065c80e38b79a" providerId="LiveId" clId="{E118E90C-4DD0-4410-A657-72EEE9BF2B98}" dt="2026-09-19T10:37:30.450" v="186" actId="478"/>
          <ac:spMkLst>
            <pc:docMk/>
            <pc:sldMk cId="1120373519" sldId="273"/>
            <ac:spMk id="2" creationId="{05E4745F-4B7B-0707-7932-61C29B0156C0}"/>
          </ac:spMkLst>
        </pc:spChg>
        <pc:spChg chg="add del mod">
          <ac:chgData name="George Adel" userId="d49065c80e38b79a" providerId="LiveId" clId="{E118E90C-4DD0-4410-A657-72EEE9BF2B98}" dt="2026-09-19T11:29:45.334" v="275"/>
          <ac:spMkLst>
            <pc:docMk/>
            <pc:sldMk cId="1120373519" sldId="273"/>
            <ac:spMk id="2" creationId="{05EC805C-1CB4-5CAB-DC5B-0A1AAA67AEC0}"/>
          </ac:spMkLst>
        </pc:spChg>
        <pc:spChg chg="mod">
          <ac:chgData name="George Adel" userId="d49065c80e38b79a" providerId="LiveId" clId="{E118E90C-4DD0-4410-A657-72EEE9BF2B98}" dt="2026-09-19T11:53:21.841" v="337" actId="27636"/>
          <ac:spMkLst>
            <pc:docMk/>
            <pc:sldMk cId="1120373519" sldId="273"/>
            <ac:spMk id="3" creationId="{0E401E73-05ED-4969-9826-20936E26EAF5}"/>
          </ac:spMkLst>
        </pc:spChg>
        <pc:spChg chg="add del mod">
          <ac:chgData name="George Adel" userId="d49065c80e38b79a" providerId="LiveId" clId="{E118E90C-4DD0-4410-A657-72EEE9BF2B98}" dt="2026-09-19T11:37:48.442" v="282"/>
          <ac:spMkLst>
            <pc:docMk/>
            <pc:sldMk cId="1120373519" sldId="273"/>
            <ac:spMk id="4" creationId="{EC8A9646-D91F-E944-E9E7-072E0CC2DAF1}"/>
          </ac:spMkLst>
        </pc:spChg>
        <pc:spChg chg="add del mod">
          <ac:chgData name="George Adel" userId="d49065c80e38b79a" providerId="LiveId" clId="{E118E90C-4DD0-4410-A657-72EEE9BF2B98}" dt="2026-09-19T11:54:48.260" v="348"/>
          <ac:spMkLst>
            <pc:docMk/>
            <pc:sldMk cId="1120373519" sldId="273"/>
            <ac:spMk id="7" creationId="{2C393BA8-39E1-67EA-709A-0D0DCA0FEEA9}"/>
          </ac:spMkLst>
        </pc:spChg>
        <pc:picChg chg="add del mod">
          <ac:chgData name="George Adel" userId="d49065c80e38b79a" providerId="LiveId" clId="{E118E90C-4DD0-4410-A657-72EEE9BF2B98}" dt="2026-09-19T11:54:27.156" v="341" actId="478"/>
          <ac:picMkLst>
            <pc:docMk/>
            <pc:sldMk cId="1120373519" sldId="273"/>
            <ac:picMk id="6" creationId="{E514E5EF-1B85-3745-809F-8DCAA6C9F9E7}"/>
          </ac:picMkLst>
        </pc:picChg>
        <pc:picChg chg="add mod">
          <ac:chgData name="George Adel" userId="d49065c80e38b79a" providerId="LiveId" clId="{E118E90C-4DD0-4410-A657-72EEE9BF2B98}" dt="2026-09-19T11:54:44.363" v="346" actId="14100"/>
          <ac:picMkLst>
            <pc:docMk/>
            <pc:sldMk cId="1120373519" sldId="273"/>
            <ac:picMk id="9" creationId="{92AD6160-40F4-AF68-3E83-480C331E5F0F}"/>
          </ac:picMkLst>
        </pc:picChg>
      </pc:sldChg>
      <pc:sldChg chg="addSp delSp modSp new del mod">
        <pc:chgData name="George Adel" userId="d49065c80e38b79a" providerId="LiveId" clId="{E118E90C-4DD0-4410-A657-72EEE9BF2B98}" dt="2026-09-19T10:37:14.063" v="180" actId="47"/>
        <pc:sldMkLst>
          <pc:docMk/>
          <pc:sldMk cId="4032487227" sldId="273"/>
        </pc:sldMkLst>
        <pc:spChg chg="add del mod">
          <ac:chgData name="George Adel" userId="d49065c80e38b79a" providerId="LiveId" clId="{E118E90C-4DD0-4410-A657-72EEE9BF2B98}" dt="2026-09-19T10:37:07.536" v="179"/>
          <ac:spMkLst>
            <pc:docMk/>
            <pc:sldMk cId="4032487227" sldId="273"/>
            <ac:spMk id="2" creationId="{C705AE57-029A-B9AF-076F-E9A641614CAD}"/>
          </ac:spMkLst>
        </pc:spChg>
        <pc:spChg chg="add mod">
          <ac:chgData name="George Adel" userId="d49065c80e38b79a" providerId="LiveId" clId="{E118E90C-4DD0-4410-A657-72EEE9BF2B98}" dt="2026-09-19T10:36:03.609" v="175"/>
          <ac:spMkLst>
            <pc:docMk/>
            <pc:sldMk cId="4032487227" sldId="273"/>
            <ac:spMk id="3" creationId="{71CB8177-49B6-1B7C-42F4-63D6A3C3A209}"/>
          </ac:spMkLst>
        </pc:spChg>
      </pc:sldChg>
      <pc:sldChg chg="addSp delSp modSp new mod setBg">
        <pc:chgData name="George Adel" userId="d49065c80e38b79a" providerId="LiveId" clId="{E118E90C-4DD0-4410-A657-72EEE9BF2B98}" dt="2026-09-19T11:52:34.226" v="333" actId="14100"/>
        <pc:sldMkLst>
          <pc:docMk/>
          <pc:sldMk cId="1698126829" sldId="274"/>
        </pc:sldMkLst>
        <pc:spChg chg="add del mod">
          <ac:chgData name="George Adel" userId="d49065c80e38b79a" providerId="LiveId" clId="{E118E90C-4DD0-4410-A657-72EEE9BF2B98}" dt="2026-09-19T11:38:08.596" v="289"/>
          <ac:spMkLst>
            <pc:docMk/>
            <pc:sldMk cId="1698126829" sldId="274"/>
            <ac:spMk id="2" creationId="{0DFB0AA6-2405-EB84-0875-400B82553A27}"/>
          </ac:spMkLst>
        </pc:spChg>
        <pc:spChg chg="del mod">
          <ac:chgData name="George Adel" userId="d49065c80e38b79a" providerId="LiveId" clId="{E118E90C-4DD0-4410-A657-72EEE9BF2B98}" dt="2026-09-19T10:37:57.757" v="192" actId="478"/>
          <ac:spMkLst>
            <pc:docMk/>
            <pc:sldMk cId="1698126829" sldId="274"/>
            <ac:spMk id="2" creationId="{DEA9D80D-E0E9-6598-6CE9-2FA515337CEA}"/>
          </ac:spMkLst>
        </pc:spChg>
        <pc:spChg chg="mod">
          <ac:chgData name="George Adel" userId="d49065c80e38b79a" providerId="LiveId" clId="{E118E90C-4DD0-4410-A657-72EEE9BF2B98}" dt="2026-09-19T11:52:30.592" v="332" actId="14100"/>
          <ac:spMkLst>
            <pc:docMk/>
            <pc:sldMk cId="1698126829" sldId="274"/>
            <ac:spMk id="3" creationId="{E7A86212-8195-607B-8F1D-A7FC2253F5F6}"/>
          </ac:spMkLst>
        </pc:spChg>
        <pc:spChg chg="add del mod">
          <ac:chgData name="George Adel" userId="d49065c80e38b79a" providerId="LiveId" clId="{E118E90C-4DD0-4410-A657-72EEE9BF2B98}" dt="2026-09-19T11:41:27.396" v="301"/>
          <ac:spMkLst>
            <pc:docMk/>
            <pc:sldMk cId="1698126829" sldId="274"/>
            <ac:spMk id="4" creationId="{7378AEB0-07BA-E53A-6656-AAB835AAE914}"/>
          </ac:spMkLst>
        </pc:spChg>
        <pc:picChg chg="add mod">
          <ac:chgData name="George Adel" userId="d49065c80e38b79a" providerId="LiveId" clId="{E118E90C-4DD0-4410-A657-72EEE9BF2B98}" dt="2026-09-19T11:52:34.226" v="333" actId="14100"/>
          <ac:picMkLst>
            <pc:docMk/>
            <pc:sldMk cId="1698126829" sldId="274"/>
            <ac:picMk id="6" creationId="{FED80E00-AAC3-5A94-B05D-5E0CA70C9838}"/>
          </ac:picMkLst>
        </pc:picChg>
      </pc:sldChg>
      <pc:sldChg chg="addSp delSp modSp new mod">
        <pc:chgData name="George Adel" userId="d49065c80e38b79a" providerId="LiveId" clId="{E118E90C-4DD0-4410-A657-72EEE9BF2B98}" dt="2026-09-19T11:52:21.473" v="329" actId="14100"/>
        <pc:sldMkLst>
          <pc:docMk/>
          <pc:sldMk cId="364970675" sldId="275"/>
        </pc:sldMkLst>
        <pc:spChg chg="del">
          <ac:chgData name="George Adel" userId="d49065c80e38b79a" providerId="LiveId" clId="{E118E90C-4DD0-4410-A657-72EEE9BF2B98}" dt="2026-09-19T10:38:39.172" v="199" actId="478"/>
          <ac:spMkLst>
            <pc:docMk/>
            <pc:sldMk cId="364970675" sldId="275"/>
            <ac:spMk id="2" creationId="{5FE39E22-E5FA-2063-6E1A-28BDC0AA6BB2}"/>
          </ac:spMkLst>
        </pc:spChg>
        <pc:spChg chg="add del mod">
          <ac:chgData name="George Adel" userId="d49065c80e38b79a" providerId="LiveId" clId="{E118E90C-4DD0-4410-A657-72EEE9BF2B98}" dt="2026-09-19T11:25:02.962" v="263"/>
          <ac:spMkLst>
            <pc:docMk/>
            <pc:sldMk cId="364970675" sldId="275"/>
            <ac:spMk id="2" creationId="{BE6ADC25-9AFA-1BF9-1990-740CD22E4CCB}"/>
          </ac:spMkLst>
        </pc:spChg>
        <pc:spChg chg="mod">
          <ac:chgData name="George Adel" userId="d49065c80e38b79a" providerId="LiveId" clId="{E118E90C-4DD0-4410-A657-72EEE9BF2B98}" dt="2026-09-19T11:52:17.848" v="328" actId="14100"/>
          <ac:spMkLst>
            <pc:docMk/>
            <pc:sldMk cId="364970675" sldId="275"/>
            <ac:spMk id="3" creationId="{ACC7BBFC-A75D-F8E1-E93A-A4725F2A5A6A}"/>
          </ac:spMkLst>
        </pc:spChg>
        <pc:picChg chg="add mod">
          <ac:chgData name="George Adel" userId="d49065c80e38b79a" providerId="LiveId" clId="{E118E90C-4DD0-4410-A657-72EEE9BF2B98}" dt="2026-09-19T11:52:21.473" v="329" actId="14100"/>
          <ac:picMkLst>
            <pc:docMk/>
            <pc:sldMk cId="364970675" sldId="275"/>
            <ac:picMk id="5" creationId="{29850117-1757-501F-0B4F-39586D4AD3E7}"/>
          </ac:picMkLst>
        </pc:picChg>
      </pc:sldChg>
      <pc:sldChg chg="delSp modSp new mod setBg">
        <pc:chgData name="George Adel" userId="d49065c80e38b79a" providerId="LiveId" clId="{E118E90C-4DD0-4410-A657-72EEE9BF2B98}" dt="2026-09-19T11:54:58.880" v="349" actId="20577"/>
        <pc:sldMkLst>
          <pc:docMk/>
          <pc:sldMk cId="4248357854" sldId="276"/>
        </pc:sldMkLst>
        <pc:spChg chg="del">
          <ac:chgData name="George Adel" userId="d49065c80e38b79a" providerId="LiveId" clId="{E118E90C-4DD0-4410-A657-72EEE9BF2B98}" dt="2026-09-19T10:42:54.534" v="205" actId="478"/>
          <ac:spMkLst>
            <pc:docMk/>
            <pc:sldMk cId="4248357854" sldId="276"/>
            <ac:spMk id="2" creationId="{2D7FC483-8A93-008B-525D-BD5EB675C630}"/>
          </ac:spMkLst>
        </pc:spChg>
        <pc:spChg chg="mod">
          <ac:chgData name="George Adel" userId="d49065c80e38b79a" providerId="LiveId" clId="{E118E90C-4DD0-4410-A657-72EEE9BF2B98}" dt="2026-09-19T11:54:58.880" v="349" actId="20577"/>
          <ac:spMkLst>
            <pc:docMk/>
            <pc:sldMk cId="4248357854" sldId="276"/>
            <ac:spMk id="3" creationId="{EBB2B086-72C7-D6EF-2066-5022D8494344}"/>
          </ac:spMkLst>
        </pc:spChg>
      </pc:sldChg>
      <pc:sldChg chg="modSp new mod">
        <pc:chgData name="George Adel" userId="d49065c80e38b79a" providerId="LiveId" clId="{E118E90C-4DD0-4410-A657-72EEE9BF2B98}" dt="2026-09-19T10:45:12.984" v="252" actId="255"/>
        <pc:sldMkLst>
          <pc:docMk/>
          <pc:sldMk cId="3213563809" sldId="277"/>
        </pc:sldMkLst>
        <pc:spChg chg="mod">
          <ac:chgData name="George Adel" userId="d49065c80e38b79a" providerId="LiveId" clId="{E118E90C-4DD0-4410-A657-72EEE9BF2B98}" dt="2026-09-19T10:44:45.619" v="249" actId="20577"/>
          <ac:spMkLst>
            <pc:docMk/>
            <pc:sldMk cId="3213563809" sldId="277"/>
            <ac:spMk id="2" creationId="{CA74CE79-A84C-BFC9-247D-7A858AE96E72}"/>
          </ac:spMkLst>
        </pc:spChg>
        <pc:spChg chg="mod">
          <ac:chgData name="George Adel" userId="d49065c80e38b79a" providerId="LiveId" clId="{E118E90C-4DD0-4410-A657-72EEE9BF2B98}" dt="2026-09-19T10:45:12.984" v="252" actId="255"/>
          <ac:spMkLst>
            <pc:docMk/>
            <pc:sldMk cId="3213563809" sldId="277"/>
            <ac:spMk id="3" creationId="{62F6D86D-5A7A-0022-9B7E-3DE90665C975}"/>
          </ac:spMkLst>
        </pc:spChg>
      </pc:sldChg>
      <pc:sldChg chg="new del">
        <pc:chgData name="George Adel" userId="d49065c80e38b79a" providerId="LiveId" clId="{E118E90C-4DD0-4410-A657-72EEE9BF2B98}" dt="2026-09-19T11:25:09.878" v="265" actId="47"/>
        <pc:sldMkLst>
          <pc:docMk/>
          <pc:sldMk cId="2559729353" sldId="278"/>
        </pc:sldMkLst>
      </pc:sldChg>
      <pc:sldChg chg="addSp delSp modSp new mod">
        <pc:chgData name="George Adel" userId="d49065c80e38b79a" providerId="LiveId" clId="{E118E90C-4DD0-4410-A657-72EEE9BF2B98}" dt="2026-09-19T11:51:53.680" v="326"/>
        <pc:sldMkLst>
          <pc:docMk/>
          <pc:sldMk cId="4176528312" sldId="278"/>
        </pc:sldMkLst>
        <pc:spChg chg="add mod">
          <ac:chgData name="George Adel" userId="d49065c80e38b79a" providerId="LiveId" clId="{E118E90C-4DD0-4410-A657-72EEE9BF2B98}" dt="2026-09-19T11:47:03.215" v="315" actId="14100"/>
          <ac:spMkLst>
            <pc:docMk/>
            <pc:sldMk cId="4176528312" sldId="278"/>
            <ac:spMk id="2" creationId="{C38FDF72-B668-FC0F-C4F9-C24411A01723}"/>
          </ac:spMkLst>
        </pc:spChg>
        <pc:spChg chg="add del mod">
          <ac:chgData name="George Adel" userId="d49065c80e38b79a" providerId="LiveId" clId="{E118E90C-4DD0-4410-A657-72EEE9BF2B98}" dt="2026-09-19T11:51:53.680" v="326"/>
          <ac:spMkLst>
            <pc:docMk/>
            <pc:sldMk cId="4176528312" sldId="278"/>
            <ac:spMk id="3" creationId="{FB470C01-1BC5-C90E-61A7-B8FAF9085D7B}"/>
          </ac:spMkLst>
        </pc:spChg>
        <pc:picChg chg="add mod">
          <ac:chgData name="George Adel" userId="d49065c80e38b79a" providerId="LiveId" clId="{E118E90C-4DD0-4410-A657-72EEE9BF2B98}" dt="2026-09-19T11:51:21.233" v="320" actId="1076"/>
          <ac:picMkLst>
            <pc:docMk/>
            <pc:sldMk cId="4176528312" sldId="278"/>
            <ac:picMk id="5" creationId="{BB24F327-4E33-DB4D-6358-EB12C624555A}"/>
          </ac:picMkLst>
        </pc:picChg>
      </pc:sldChg>
      <pc:sldChg chg="modSp new del mod">
        <pc:chgData name="George Adel" userId="d49065c80e38b79a" providerId="LiveId" clId="{E118E90C-4DD0-4410-A657-72EEE9BF2B98}" dt="2026-09-19T11:46:10.694" v="305" actId="47"/>
        <pc:sldMkLst>
          <pc:docMk/>
          <pc:sldMk cId="4225961890" sldId="278"/>
        </pc:sldMkLst>
        <pc:spChg chg="mod">
          <ac:chgData name="George Adel" userId="d49065c80e38b79a" providerId="LiveId" clId="{E118E90C-4DD0-4410-A657-72EEE9BF2B98}" dt="2026-09-19T11:45:58.894" v="304" actId="27636"/>
          <ac:spMkLst>
            <pc:docMk/>
            <pc:sldMk cId="4225961890" sldId="278"/>
            <ac:spMk id="2" creationId="{8DD94330-0B1C-E569-D193-096264C43A6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512055-19FD-41F1-B6BA-F998F475E3E6}" type="datetimeFigureOut">
              <a:rPr lang="en-US" smtClean="0"/>
              <a:t>9/19/2026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D906F7-26BF-47EB-BE95-A7A48A86DFB8}" type="slidenum">
              <a:rPr lang="en-US" smtClean="0"/>
              <a:t>‹#›</a:t>
            </a:fld>
            <a:endParaRPr lang="en-US"/>
          </a:p>
        </p:txBody>
      </p:sp>
    </p:spTree>
    <p:extLst>
      <p:ext uri="{BB962C8B-B14F-4D97-AF65-F5344CB8AC3E}">
        <p14:creationId xmlns:p14="http://schemas.microsoft.com/office/powerpoint/2010/main" val="2160598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BD906F7-26BF-47EB-BE95-A7A48A86DFB8}" type="slidenum">
              <a:rPr lang="en-US" smtClean="0"/>
              <a:t>5</a:t>
            </a:fld>
            <a:endParaRPr lang="en-US"/>
          </a:p>
        </p:txBody>
      </p:sp>
    </p:spTree>
    <p:extLst>
      <p:ext uri="{BB962C8B-B14F-4D97-AF65-F5344CB8AC3E}">
        <p14:creationId xmlns:p14="http://schemas.microsoft.com/office/powerpoint/2010/main" val="23296804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79867CD-CD09-0EEC-D165-96584688B982}"/>
              </a:ext>
            </a:extLst>
          </p:cNvPr>
          <p:cNvSpPr>
            <a:spLocks noGrp="1"/>
          </p:cNvSpPr>
          <p:nvPr>
            <p:ph type="title"/>
          </p:nvPr>
        </p:nvSpPr>
        <p:spPr>
          <a:xfrm>
            <a:off x="82296" y="64007"/>
            <a:ext cx="12015216" cy="5120639"/>
          </a:xfrm>
        </p:spPr>
        <p:txBody>
          <a:bodyPr>
            <a:normAutofit/>
          </a:bodyPr>
          <a:lstStyle>
            <a:lvl1pPr>
              <a:defRPr sz="11000" cap="all"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5360878"/>
            <a:ext cx="10037064" cy="566928"/>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fr-FR"/>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BB60D584-5631-4EF0-A815-1723A6BD33C2}" type="datetimeFigureOut">
              <a:rPr lang="fr-FR" smtClean="0"/>
              <a:t>19/09/2026</a:t>
            </a:fld>
            <a:endParaRPr lang="fr-FR"/>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EDFE78A-6CAB-4CF5-9CF8-0B35D2309FA0}" type="slidenum">
              <a:rPr lang="fr-FR" smtClean="0"/>
              <a:t>‹#›</a:t>
            </a:fld>
            <a:endParaRPr lang="fr-FR"/>
          </a:p>
        </p:txBody>
      </p:sp>
      <p:cxnSp>
        <p:nvCxnSpPr>
          <p:cNvPr id="8" name="Straight Connector 7">
            <a:extLst>
              <a:ext uri="{FF2B5EF4-FFF2-40B4-BE49-F238E27FC236}">
                <a16:creationId xmlns:a16="http://schemas.microsoft.com/office/drawing/2014/main" id="{3C1F8589-B640-4540-D0AD-2B0461CD340F}"/>
              </a:ext>
              <a:ext uri="{C183D7F6-B498-43B3-948B-1728B52AA6E4}">
                <adec:decorative xmlns:adec="http://schemas.microsoft.com/office/drawing/2017/decorative" val="1"/>
              </a:ext>
            </a:extLst>
          </p:cNvPr>
          <p:cNvCxnSpPr>
            <a:cxnSpLocks/>
          </p:cNvCxnSpPr>
          <p:nvPr/>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061791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a:xfrm>
            <a:off x="1088136" y="1090246"/>
            <a:ext cx="10840626" cy="79051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a:xfrm>
            <a:off x="1088135" y="1880756"/>
            <a:ext cx="10840627" cy="4558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fr-FR"/>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BB60D584-5631-4EF0-A815-1723A6BD33C2}" type="datetimeFigureOut">
              <a:rPr lang="fr-FR" smtClean="0"/>
              <a:t>19/09/2026</a:t>
            </a:fld>
            <a:endParaRPr lang="fr-FR"/>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EDFE78A-6CAB-4CF5-9CF8-0B35D2309FA0}" type="slidenum">
              <a:rPr lang="fr-FR" smtClean="0"/>
              <a:t>‹#›</a:t>
            </a:fld>
            <a:endParaRPr lang="fr-FR"/>
          </a:p>
        </p:txBody>
      </p:sp>
      <p:cxnSp>
        <p:nvCxnSpPr>
          <p:cNvPr id="7" name="Straight Connector 6">
            <a:extLst>
              <a:ext uri="{FF2B5EF4-FFF2-40B4-BE49-F238E27FC236}">
                <a16:creationId xmlns:a16="http://schemas.microsoft.com/office/drawing/2014/main" id="{FD144482-F463-E942-01AE-69DF54F4171C}"/>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3653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7847" y="4676177"/>
            <a:ext cx="10835639" cy="1319510"/>
          </a:xfrm>
        </p:spPr>
        <p:txBody>
          <a:bodyPr vert="horz" lIns="91440" tIns="45720" rIns="91440" bIns="45720" rtlCol="0" anchor="b">
            <a:noAutofit/>
          </a:bodyPr>
          <a:lstStyle>
            <a:lvl1pPr>
              <a:defRPr lang="en-US" sz="5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87847" y="6065134"/>
            <a:ext cx="10835639" cy="373766"/>
          </a:xfrm>
        </p:spPr>
        <p:txBody>
          <a:bodyPr vert="horz" lIns="91440" tIns="45720" rIns="91440" bIns="45720" rtlCol="0" anchor="b">
            <a:noAutofit/>
          </a:bodyPr>
          <a:lstStyle>
            <a:lvl1pPr marL="0" indent="0">
              <a:spcBef>
                <a:spcPts val="0"/>
              </a:spcBef>
              <a:buNone/>
              <a:defRPr lang="en-US" sz="20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1"/>
            <a:ext cx="12191999" cy="4467828"/>
          </a:xfr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4" name="Straight Connector 3">
            <a:extLst>
              <a:ext uri="{FF2B5EF4-FFF2-40B4-BE49-F238E27FC236}">
                <a16:creationId xmlns:a16="http://schemas.microsoft.com/office/drawing/2014/main" id="{A7765164-0D02-5316-1845-119CB011190B}"/>
              </a:ext>
              <a:ext uri="{C183D7F6-B498-43B3-948B-1728B52AA6E4}">
                <adec:decorative xmlns:adec="http://schemas.microsoft.com/office/drawing/2017/decorative" val="1"/>
              </a:ext>
            </a:extLst>
          </p:cNvPr>
          <p:cNvCxnSpPr>
            <a:cxnSpLocks/>
          </p:cNvCxnSpPr>
          <p:nvPr/>
        </p:nvCxnSpPr>
        <p:spPr>
          <a:xfrm>
            <a:off x="0" y="5715000"/>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2DFA2081-8ED6-0719-D0B6-2818D6019332}"/>
              </a:ext>
            </a:extLst>
          </p:cNvPr>
          <p:cNvSpPr>
            <a:spLocks noGrp="1"/>
          </p:cNvSpPr>
          <p:nvPr>
            <p:ph type="ftr" sz="quarter" idx="15"/>
          </p:nvPr>
        </p:nvSpPr>
        <p:spPr/>
        <p:txBody>
          <a:bodyPr/>
          <a:lstStyle/>
          <a:p>
            <a:endParaRPr lang="fr-FR"/>
          </a:p>
        </p:txBody>
      </p:sp>
      <p:sp>
        <p:nvSpPr>
          <p:cNvPr id="5" name="Date Placeholder 4">
            <a:extLst>
              <a:ext uri="{FF2B5EF4-FFF2-40B4-BE49-F238E27FC236}">
                <a16:creationId xmlns:a16="http://schemas.microsoft.com/office/drawing/2014/main" id="{9A51F47A-9B8B-A343-2C56-110E21331AE3}"/>
              </a:ext>
            </a:extLst>
          </p:cNvPr>
          <p:cNvSpPr>
            <a:spLocks noGrp="1"/>
          </p:cNvSpPr>
          <p:nvPr>
            <p:ph type="dt" sz="half" idx="14"/>
          </p:nvPr>
        </p:nvSpPr>
        <p:spPr/>
        <p:txBody>
          <a:bodyPr/>
          <a:lstStyle/>
          <a:p>
            <a:fld id="{2ABAD28B-DD56-4B56-883A-96608C765E28}" type="datetimeFigureOut">
              <a:rPr lang="en-US" smtClean="0"/>
              <a:pPr/>
              <a:t>9/19/2026</a:t>
            </a:fld>
            <a:endParaRPr lang="en-US" dirty="0"/>
          </a:p>
        </p:txBody>
      </p:sp>
      <p:sp>
        <p:nvSpPr>
          <p:cNvPr id="10" name="Slide Number Placeholder 9">
            <a:extLst>
              <a:ext uri="{FF2B5EF4-FFF2-40B4-BE49-F238E27FC236}">
                <a16:creationId xmlns:a16="http://schemas.microsoft.com/office/drawing/2014/main" id="{F259CCC4-FA9E-2074-3142-5EBA62F91B25}"/>
              </a:ext>
            </a:extLst>
          </p:cNvPr>
          <p:cNvSpPr>
            <a:spLocks noGrp="1"/>
          </p:cNvSpPr>
          <p:nvPr>
            <p:ph type="sldNum" sz="quarter" idx="16"/>
          </p:nvPr>
        </p:nvSpPr>
        <p:spPr/>
        <p:txBody>
          <a:bodyPr/>
          <a:lstStyle/>
          <a:p>
            <a:fld id="{7EDFE78A-6CAB-4CF5-9CF8-0B35D2309FA0}" type="slidenum">
              <a:rPr lang="fr-FR" smtClean="0"/>
              <a:t>‹#›</a:t>
            </a:fld>
            <a:endParaRPr lang="fr-FR"/>
          </a:p>
        </p:txBody>
      </p:sp>
    </p:spTree>
    <p:extLst>
      <p:ext uri="{BB962C8B-B14F-4D97-AF65-F5344CB8AC3E}">
        <p14:creationId xmlns:p14="http://schemas.microsoft.com/office/powerpoint/2010/main" val="19235575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736010" cy="2845567"/>
          </a:xfrm>
        </p:spPr>
        <p:txBody>
          <a:bodyPr vert="horz" lIns="91440" tIns="45720" rIns="91440" bIns="45720" rtlCol="0" anchor="b">
            <a:no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729915" cy="1123122"/>
          </a:xfrm>
        </p:spPr>
        <p:txBody>
          <a:bodyPr vert="horz" lIns="91440" tIns="45720" rIns="91440" bIns="45720" rtlCol="0">
            <a:normAutofit/>
          </a:bodyPr>
          <a:lstStyle>
            <a:lvl1pPr marL="0" indent="0">
              <a:lnSpc>
                <a:spcPct val="100000"/>
              </a:lnSpc>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61778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7" name="Footer Placeholder 4">
            <a:extLst>
              <a:ext uri="{FF2B5EF4-FFF2-40B4-BE49-F238E27FC236}">
                <a16:creationId xmlns:a16="http://schemas.microsoft.com/office/drawing/2014/main" id="{DF8C2BF2-38FB-0598-A4BE-DD111229A3FE}"/>
              </a:ext>
            </a:extLst>
          </p:cNvPr>
          <p:cNvSpPr>
            <a:spLocks noGrp="1"/>
          </p:cNvSpPr>
          <p:nvPr>
            <p:ph type="ftr" sz="quarter" idx="11"/>
          </p:nvPr>
        </p:nvSpPr>
        <p:spPr>
          <a:xfrm>
            <a:off x="7846388" y="6438900"/>
            <a:ext cx="1714301" cy="419100"/>
          </a:xfrm>
        </p:spPr>
        <p:txBody>
          <a:bodyPr/>
          <a:lstStyle/>
          <a:p>
            <a:endParaRPr lang="fr-FR"/>
          </a:p>
        </p:txBody>
      </p:sp>
      <p:sp>
        <p:nvSpPr>
          <p:cNvPr id="18" name="Date Placeholder 4">
            <a:extLst>
              <a:ext uri="{FF2B5EF4-FFF2-40B4-BE49-F238E27FC236}">
                <a16:creationId xmlns:a16="http://schemas.microsoft.com/office/drawing/2014/main" id="{5A41BBAF-5441-8512-B575-2EB961DD485E}"/>
              </a:ext>
            </a:extLst>
          </p:cNvPr>
          <p:cNvSpPr>
            <a:spLocks noGrp="1"/>
          </p:cNvSpPr>
          <p:nvPr>
            <p:ph type="dt" sz="half" idx="15"/>
          </p:nvPr>
        </p:nvSpPr>
        <p:spPr>
          <a:xfrm>
            <a:off x="9650896" y="6438900"/>
            <a:ext cx="864704" cy="419100"/>
          </a:xfrm>
        </p:spPr>
        <p:txBody>
          <a:bodyPr/>
          <a:lstStyle/>
          <a:p>
            <a:fld id="{BB60D584-5631-4EF0-A815-1723A6BD33C2}" type="datetimeFigureOut">
              <a:rPr lang="fr-FR" smtClean="0"/>
              <a:t>19/09/2026</a:t>
            </a:fld>
            <a:endParaRPr lang="fr-FR"/>
          </a:p>
        </p:txBody>
      </p:sp>
      <p:sp>
        <p:nvSpPr>
          <p:cNvPr id="19" name="Slide Number Placeholder 5">
            <a:extLst>
              <a:ext uri="{FF2B5EF4-FFF2-40B4-BE49-F238E27FC236}">
                <a16:creationId xmlns:a16="http://schemas.microsoft.com/office/drawing/2014/main" id="{89401810-4A83-D1CF-00A6-76F622C7153C}"/>
              </a:ext>
            </a:extLst>
          </p:cNvPr>
          <p:cNvSpPr>
            <a:spLocks noGrp="1"/>
          </p:cNvSpPr>
          <p:nvPr>
            <p:ph type="sldNum" sz="quarter" idx="12"/>
          </p:nvPr>
        </p:nvSpPr>
        <p:spPr>
          <a:xfrm>
            <a:off x="10523764" y="6438900"/>
            <a:ext cx="601436" cy="419100"/>
          </a:xfrm>
        </p:spPr>
        <p:txBody>
          <a:bodyPr/>
          <a:lstStyle/>
          <a:p>
            <a:fld id="{7EDFE78A-6CAB-4CF5-9CF8-0B35D2309FA0}" type="slidenum">
              <a:rPr lang="fr-FR" smtClean="0"/>
              <a:t>‹#›</a:t>
            </a:fld>
            <a:endParaRPr lang="fr-FR"/>
          </a:p>
        </p:txBody>
      </p:sp>
    </p:spTree>
    <p:extLst>
      <p:ext uri="{BB962C8B-B14F-4D97-AF65-F5344CB8AC3E}">
        <p14:creationId xmlns:p14="http://schemas.microsoft.com/office/powerpoint/2010/main" val="828037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1A7175-8061-E7CC-68E4-2B3CECB6CCFE}"/>
              </a:ext>
            </a:extLst>
          </p:cNvPr>
          <p:cNvSpPr>
            <a:spLocks noGrp="1"/>
          </p:cNvSpPr>
          <p:nvPr>
            <p:ph type="title" hasCustomPrompt="1"/>
          </p:nvPr>
        </p:nvSpPr>
        <p:spPr>
          <a:xfrm>
            <a:off x="1088136" y="1090244"/>
            <a:ext cx="10037064" cy="5159257"/>
          </a:xfrm>
        </p:spPr>
        <p:txBody>
          <a:bodyPr>
            <a:normAutofit/>
          </a:bodyPr>
          <a:lstStyle>
            <a:lvl1pPr>
              <a:defRPr sz="8000">
                <a:solidFill>
                  <a:schemeClr val="bg1"/>
                </a:solidFill>
              </a:defRPr>
            </a:lvl1pPr>
          </a:lstStyle>
          <a:p>
            <a:r>
              <a:rPr lang="en-US" dirty="0"/>
              <a:t>Section header</a:t>
            </a:r>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lvl1pPr>
              <a:defRPr>
                <a:solidFill>
                  <a:schemeClr val="bg1"/>
                </a:solidFill>
              </a:defRPr>
            </a:lvl1pPr>
          </a:lstStyle>
          <a:p>
            <a:fld id="{2ABAD28B-DD56-4B56-883A-96608C765E28}" type="datetimeFigureOut">
              <a:rPr lang="en-US" smtClean="0"/>
              <a:pPr/>
              <a:t>9/19/2026</a:t>
            </a:fld>
            <a:endParaRPr lang="en-US" dirty="0"/>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lvl1pPr>
              <a:defRPr>
                <a:solidFill>
                  <a:schemeClr val="bg1"/>
                </a:solidFill>
              </a:defRPr>
            </a:lvl1pPr>
          </a:lstStyle>
          <a:p>
            <a:fld id="{7DF5BAF5-ABAB-4575-8E56-D109A3D17F9F}" type="slidenum">
              <a:rPr lang="en-US" smtClean="0"/>
              <a:pPr/>
              <a:t>‹#›</a:t>
            </a:fld>
            <a:endParaRPr lang="en-US" dirty="0"/>
          </a:p>
        </p:txBody>
      </p:sp>
      <p:cxnSp>
        <p:nvCxnSpPr>
          <p:cNvPr id="9" name="Straight Connector 8">
            <a:extLst>
              <a:ext uri="{FF2B5EF4-FFF2-40B4-BE49-F238E27FC236}">
                <a16:creationId xmlns:a16="http://schemas.microsoft.com/office/drawing/2014/main" id="{96A5A591-C2D3-D6A3-432F-2C1371951C13}"/>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273120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916BDA-9E36-8180-7EBC-AC2A35C79FFC}"/>
              </a:ext>
            </a:extLst>
          </p:cNvPr>
          <p:cNvSpPr>
            <a:spLocks noGrp="1"/>
          </p:cNvSpPr>
          <p:nvPr>
            <p:ph type="title" hasCustomPrompt="1"/>
          </p:nvPr>
        </p:nvSpPr>
        <p:spPr>
          <a:xfrm>
            <a:off x="1090940" y="1088702"/>
            <a:ext cx="8479072" cy="1395553"/>
          </a:xfrm>
        </p:spPr>
        <p:txBody>
          <a:bodyPr anchor="t">
            <a:normAutofit/>
          </a:bodyPr>
          <a:lstStyle>
            <a:lvl1pPr>
              <a:defRPr sz="3600"/>
            </a:lvl1pPr>
          </a:lstStyle>
          <a:p>
            <a:r>
              <a:rPr lang="en-US" dirty="0"/>
              <a:t>Agenda</a:t>
            </a:r>
          </a:p>
        </p:txBody>
      </p:sp>
      <p:sp>
        <p:nvSpPr>
          <p:cNvPr id="8" name="Content Placeholder 6">
            <a:extLst>
              <a:ext uri="{FF2B5EF4-FFF2-40B4-BE49-F238E27FC236}">
                <a16:creationId xmlns:a16="http://schemas.microsoft.com/office/drawing/2014/main" id="{92AF672E-4752-50B9-9301-C8042FD003CC}"/>
              </a:ext>
            </a:extLst>
          </p:cNvPr>
          <p:cNvSpPr>
            <a:spLocks noGrp="1"/>
          </p:cNvSpPr>
          <p:nvPr>
            <p:ph sz="quarter" idx="13"/>
          </p:nvPr>
        </p:nvSpPr>
        <p:spPr>
          <a:xfrm>
            <a:off x="1096697" y="2484255"/>
            <a:ext cx="8467558" cy="3539514"/>
          </a:xfrm>
        </p:spPr>
        <p:txBody>
          <a:bodyPr>
            <a:normAutofit/>
          </a:bodyPr>
          <a:lstStyle>
            <a:lvl1pPr marL="457200" indent="-457200">
              <a:lnSpc>
                <a:spcPct val="100000"/>
              </a:lnSpc>
              <a:buFont typeface="+mj-lt"/>
              <a:buAutoNum type="arabicPeriod"/>
              <a:defRPr sz="2000"/>
            </a:lvl1pPr>
            <a:lvl2pPr marL="685800" indent="-457200">
              <a:lnSpc>
                <a:spcPct val="100000"/>
              </a:lnSpc>
              <a:buFont typeface="+mj-lt"/>
              <a:buAutoNum type="arabicPeriod"/>
              <a:defRPr sz="2000"/>
            </a:lvl2pPr>
            <a:lvl3pPr marL="800100" indent="-342900">
              <a:lnSpc>
                <a:spcPct val="100000"/>
              </a:lnSpc>
              <a:buFont typeface="+mj-lt"/>
              <a:buAutoNum type="arabicPeriod"/>
              <a:defRPr sz="2000"/>
            </a:lvl3pPr>
            <a:lvl4pPr marL="1028700" indent="-342900">
              <a:lnSpc>
                <a:spcPct val="100000"/>
              </a:lnSpc>
              <a:buFont typeface="+mj-lt"/>
              <a:buAutoNum type="arabicPeriod"/>
              <a:defRPr sz="2000"/>
            </a:lvl4pPr>
            <a:lvl5pPr marL="1257300" indent="-342900">
              <a:lnSpc>
                <a:spcPct val="100000"/>
              </a:lnSpc>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9/19/2026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7EDFE78A-6CAB-4CF5-9CF8-0B35D2309FA0}" type="slidenum">
              <a:rPr lang="fr-FR" smtClean="0"/>
              <a:t>‹#›</a:t>
            </a:fld>
            <a:endParaRPr lang="fr-FR"/>
          </a:p>
        </p:txBody>
      </p:sp>
      <p:cxnSp>
        <p:nvCxnSpPr>
          <p:cNvPr id="9" name="Straight Connector 8">
            <a:extLst>
              <a:ext uri="{FF2B5EF4-FFF2-40B4-BE49-F238E27FC236}">
                <a16:creationId xmlns:a16="http://schemas.microsoft.com/office/drawing/2014/main" id="{4565070F-FB67-7572-2807-986A25537650}"/>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5725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088136" y="1088136"/>
            <a:ext cx="5749392" cy="1554480"/>
          </a:xfrm>
        </p:spPr>
        <p:txBody>
          <a:bodyPr anchor="t" anchorCtr="0">
            <a:normAutofit/>
          </a:bodyPr>
          <a:lstStyle>
            <a:lvl1pPr>
              <a:defRPr sz="36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088136" y="2651760"/>
            <a:ext cx="5749392" cy="3694176"/>
          </a:xfrm>
        </p:spPr>
        <p:txBody>
          <a:bodyPr>
            <a:normAutofit/>
          </a:bodyPr>
          <a:lstStyle>
            <a:lvl1pPr marL="342900" indent="-342900">
              <a:lnSpc>
                <a:spcPct val="100000"/>
              </a:lnSpc>
              <a:buFont typeface="System Font Regular"/>
              <a:buChar char="-"/>
              <a:defRPr sz="2000"/>
            </a:lvl1pPr>
            <a:lvl2pPr>
              <a:lnSpc>
                <a:spcPct val="100000"/>
              </a:lnSpc>
              <a:defRPr sz="2000"/>
            </a:lvl2pPr>
            <a:lvl3pPr>
              <a:lnSpc>
                <a:spcPct val="100000"/>
              </a:lnSpc>
              <a:defRPr sz="2000"/>
            </a:lvl3pPr>
            <a:lvl4pPr>
              <a:lnSpc>
                <a:spcPct val="100000"/>
              </a:lnSpc>
              <a:defRPr sz="2000"/>
            </a:lvl4pPr>
            <a:lvl5pPr>
              <a:lnSpc>
                <a:spcPct val="100000"/>
              </a:lnSpc>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090940" y="6438900"/>
            <a:ext cx="3915404" cy="419100"/>
          </a:xfrm>
        </p:spPr>
        <p:txBody>
          <a:bodyPr/>
          <a:lstStyle/>
          <a:p>
            <a:endParaRPr lang="fr-F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006344" y="6438900"/>
            <a:ext cx="1126120" cy="419100"/>
          </a:xfrm>
        </p:spPr>
        <p:txBody>
          <a:bodyPr/>
          <a:lstStyle/>
          <a:p>
            <a:fld id="{8A60B404-9532-4DA8-8A40-EC339A5BE635}" type="datetime1">
              <a:rPr lang="en-US" smtClean="0"/>
              <a:t>9/19/2026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132464" y="6438900"/>
            <a:ext cx="705064" cy="419100"/>
          </a:xfrm>
        </p:spPr>
        <p:txBody>
          <a:bodyPr/>
          <a:lstStyle/>
          <a:p>
            <a:fld id="{7EDFE78A-6CAB-4CF5-9CF8-0B35D2309FA0}" type="slidenum">
              <a:rPr lang="fr-FR" smtClean="0"/>
              <a:t>‹#›</a:t>
            </a:fld>
            <a:endParaRPr lang="fr-FR"/>
          </a:p>
        </p:txBody>
      </p:sp>
      <p:sp>
        <p:nvSpPr>
          <p:cNvPr id="6" name="Picture Placeholder 10">
            <a:extLst>
              <a:ext uri="{FF2B5EF4-FFF2-40B4-BE49-F238E27FC236}">
                <a16:creationId xmlns:a16="http://schemas.microsoft.com/office/drawing/2014/main" id="{E4B52E79-E470-1B1A-EADF-94DA7253B328}"/>
              </a:ext>
            </a:extLst>
          </p:cNvPr>
          <p:cNvSpPr>
            <a:spLocks noGrp="1"/>
          </p:cNvSpPr>
          <p:nvPr>
            <p:ph type="pic" sz="quarter" idx="14" hasCustomPrompt="1"/>
          </p:nvPr>
        </p:nvSpPr>
        <p:spPr>
          <a:xfrm>
            <a:off x="7315200" y="0"/>
            <a:ext cx="48768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8" name="Straight Connector 7">
            <a:extLst>
              <a:ext uri="{FF2B5EF4-FFF2-40B4-BE49-F238E27FC236}">
                <a16:creationId xmlns:a16="http://schemas.microsoft.com/office/drawing/2014/main" id="{94C1AE97-7274-F222-2135-C3524958A87F}"/>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4978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7676" y="1114856"/>
            <a:ext cx="3923455" cy="4083580"/>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294612" y="1115290"/>
            <a:ext cx="5809713" cy="5171210"/>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fr-F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B60D584-5631-4EF0-A815-1723A6BD33C2}" type="datetimeFigureOut">
              <a:rPr lang="fr-FR" smtClean="0"/>
              <a:t>19/09/2026</a:t>
            </a:fld>
            <a:endParaRPr lang="fr-F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7EDFE78A-6CAB-4CF5-9CF8-0B35D2309FA0}" type="slidenum">
              <a:rPr lang="fr-FR" smtClean="0"/>
              <a:t>‹#›</a:t>
            </a:fld>
            <a:endParaRPr lang="fr-FR"/>
          </a:p>
        </p:txBody>
      </p:sp>
      <p:cxnSp>
        <p:nvCxnSpPr>
          <p:cNvPr id="3" name="Straight Connector 2">
            <a:extLst>
              <a:ext uri="{FF2B5EF4-FFF2-40B4-BE49-F238E27FC236}">
                <a16:creationId xmlns:a16="http://schemas.microsoft.com/office/drawing/2014/main" id="{9954F329-E63B-9F25-4E06-2E98A6453DA7}"/>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5215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3701" y="1114655"/>
            <a:ext cx="2771326" cy="3675552"/>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134532" y="1129145"/>
            <a:ext cx="7794231" cy="5157355"/>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fr-F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B60D584-5631-4EF0-A815-1723A6BD33C2}" type="datetimeFigureOut">
              <a:rPr lang="fr-FR" smtClean="0"/>
              <a:t>19/09/2026</a:t>
            </a:fld>
            <a:endParaRPr lang="fr-F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7EDFE78A-6CAB-4CF5-9CF8-0B35D2309FA0}" type="slidenum">
              <a:rPr lang="fr-FR" smtClean="0"/>
              <a:t>‹#›</a:t>
            </a:fld>
            <a:endParaRPr lang="fr-FR"/>
          </a:p>
        </p:txBody>
      </p:sp>
      <p:cxnSp>
        <p:nvCxnSpPr>
          <p:cNvPr id="3" name="Straight Connector 2">
            <a:extLst>
              <a:ext uri="{FF2B5EF4-FFF2-40B4-BE49-F238E27FC236}">
                <a16:creationId xmlns:a16="http://schemas.microsoft.com/office/drawing/2014/main" id="{7547F2C9-46DC-B902-E883-CE0360E6DD94}"/>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9716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5788" y="1111101"/>
            <a:ext cx="6339412" cy="1143000"/>
          </a:xfrm>
        </p:spPr>
        <p:txBody>
          <a:bodyPr anchor="t"/>
          <a:lstStyle/>
          <a:p>
            <a:r>
              <a:rPr lang="en-US"/>
              <a:t>Click to edit Master title style</a:t>
            </a:r>
            <a:endParaRPr lang="en-US" dirty="0"/>
          </a:p>
        </p:txBody>
      </p:sp>
      <p:sp>
        <p:nvSpPr>
          <p:cNvPr id="6" name="Picture Placeholder 10">
            <a:extLst>
              <a:ext uri="{FF2B5EF4-FFF2-40B4-BE49-F238E27FC236}">
                <a16:creationId xmlns:a16="http://schemas.microsoft.com/office/drawing/2014/main" id="{6FB7CB50-241E-E6B6-1C0E-1B5466B14779}"/>
              </a:ext>
            </a:extLst>
          </p:cNvPr>
          <p:cNvSpPr>
            <a:spLocks noGrp="1"/>
          </p:cNvSpPr>
          <p:nvPr>
            <p:ph type="pic" sz="quarter" idx="13" hasCustomPrompt="1"/>
          </p:nvPr>
        </p:nvSpPr>
        <p:spPr>
          <a:xfrm>
            <a:off x="12192" y="0"/>
            <a:ext cx="4506585"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1" name="Content Placeholder 7">
            <a:extLst>
              <a:ext uri="{FF2B5EF4-FFF2-40B4-BE49-F238E27FC236}">
                <a16:creationId xmlns:a16="http://schemas.microsoft.com/office/drawing/2014/main" id="{A1C94DDD-A7D7-1407-F63C-F296AB454220}"/>
              </a:ext>
            </a:extLst>
          </p:cNvPr>
          <p:cNvSpPr>
            <a:spLocks noGrp="1"/>
          </p:cNvSpPr>
          <p:nvPr>
            <p:ph sz="quarter" idx="18"/>
          </p:nvPr>
        </p:nvSpPr>
        <p:spPr>
          <a:xfrm>
            <a:off x="4785787" y="2402887"/>
            <a:ext cx="6339414" cy="3883614"/>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3871FB-7459-8C2E-BA80-AD31AE855A93}"/>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7504282-04A3-1CE1-50A4-AF83D0D40A42}"/>
              </a:ext>
            </a:extLst>
          </p:cNvPr>
          <p:cNvSpPr>
            <a:spLocks noGrp="1"/>
          </p:cNvSpPr>
          <p:nvPr>
            <p:ph type="ftr" sz="quarter" idx="11"/>
          </p:nvPr>
        </p:nvSpPr>
        <p:spPr>
          <a:xfrm>
            <a:off x="4785788" y="6438900"/>
            <a:ext cx="4774902" cy="419100"/>
          </a:xfrm>
        </p:spPr>
        <p:txBody>
          <a:bodyPr/>
          <a:lstStyle/>
          <a:p>
            <a:endParaRPr lang="fr-FR"/>
          </a:p>
        </p:txBody>
      </p:sp>
      <p:sp>
        <p:nvSpPr>
          <p:cNvPr id="7" name="Date Placeholder 4">
            <a:extLst>
              <a:ext uri="{FF2B5EF4-FFF2-40B4-BE49-F238E27FC236}">
                <a16:creationId xmlns:a16="http://schemas.microsoft.com/office/drawing/2014/main" id="{CA12AEFE-D7DE-804A-807C-704D5B34E130}"/>
              </a:ext>
            </a:extLst>
          </p:cNvPr>
          <p:cNvSpPr>
            <a:spLocks noGrp="1"/>
          </p:cNvSpPr>
          <p:nvPr>
            <p:ph type="dt" sz="half" idx="15"/>
          </p:nvPr>
        </p:nvSpPr>
        <p:spPr>
          <a:xfrm>
            <a:off x="9650896" y="6438900"/>
            <a:ext cx="864704" cy="419100"/>
          </a:xfrm>
        </p:spPr>
        <p:txBody>
          <a:bodyPr/>
          <a:lstStyle/>
          <a:p>
            <a:fld id="{BB60D584-5631-4EF0-A815-1723A6BD33C2}" type="datetimeFigureOut">
              <a:rPr lang="fr-FR" smtClean="0"/>
              <a:t>19/09/2026</a:t>
            </a:fld>
            <a:endParaRPr lang="fr-FR"/>
          </a:p>
        </p:txBody>
      </p:sp>
      <p:sp>
        <p:nvSpPr>
          <p:cNvPr id="8" name="Slide Number Placeholder 5">
            <a:extLst>
              <a:ext uri="{FF2B5EF4-FFF2-40B4-BE49-F238E27FC236}">
                <a16:creationId xmlns:a16="http://schemas.microsoft.com/office/drawing/2014/main" id="{9C293909-C7AB-A707-F48B-6007FE72563B}"/>
              </a:ext>
            </a:extLst>
          </p:cNvPr>
          <p:cNvSpPr>
            <a:spLocks noGrp="1"/>
          </p:cNvSpPr>
          <p:nvPr>
            <p:ph type="sldNum" sz="quarter" idx="12"/>
          </p:nvPr>
        </p:nvSpPr>
        <p:spPr>
          <a:xfrm>
            <a:off x="10523764" y="6438900"/>
            <a:ext cx="601436" cy="419100"/>
          </a:xfrm>
        </p:spPr>
        <p:txBody>
          <a:bodyPr/>
          <a:lstStyle/>
          <a:p>
            <a:fld id="{7EDFE78A-6CAB-4CF5-9CF8-0B35D2309FA0}" type="slidenum">
              <a:rPr lang="fr-FR" smtClean="0"/>
              <a:t>‹#›</a:t>
            </a:fld>
            <a:endParaRPr lang="fr-FR"/>
          </a:p>
        </p:txBody>
      </p:sp>
    </p:spTree>
    <p:extLst>
      <p:ext uri="{BB962C8B-B14F-4D97-AF65-F5344CB8AC3E}">
        <p14:creationId xmlns:p14="http://schemas.microsoft.com/office/powerpoint/2010/main" val="4288561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776991" y="1112104"/>
            <a:ext cx="7321615" cy="932688"/>
          </a:xfrm>
        </p:spPr>
        <p:txBody>
          <a:bodyPr anchor="t"/>
          <a:lstStyle/>
          <a:p>
            <a:r>
              <a:rPr lang="en-US"/>
              <a:t>Click to edit Master title style</a:t>
            </a:r>
            <a:endParaRPr lang="en-US" dirty="0"/>
          </a:p>
        </p:txBody>
      </p:sp>
      <p:sp>
        <p:nvSpPr>
          <p:cNvPr id="15" name="Picture Placeholder 10">
            <a:extLst>
              <a:ext uri="{FF2B5EF4-FFF2-40B4-BE49-F238E27FC236}">
                <a16:creationId xmlns:a16="http://schemas.microsoft.com/office/drawing/2014/main" id="{5189CF27-6D02-DB0D-F5D1-1535F1479166}"/>
              </a:ext>
            </a:extLst>
          </p:cNvPr>
          <p:cNvSpPr>
            <a:spLocks noGrp="1"/>
          </p:cNvSpPr>
          <p:nvPr>
            <p:ph type="pic" sz="quarter" idx="19" hasCustomPrompt="1"/>
          </p:nvPr>
        </p:nvSpPr>
        <p:spPr>
          <a:xfrm>
            <a:off x="0"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Content Placeholder 7">
            <a:extLst>
              <a:ext uri="{FF2B5EF4-FFF2-40B4-BE49-F238E27FC236}">
                <a16:creationId xmlns:a16="http://schemas.microsoft.com/office/drawing/2014/main" id="{6373ED08-D584-FD0F-C5B0-EF4E07A0D890}"/>
              </a:ext>
            </a:extLst>
          </p:cNvPr>
          <p:cNvSpPr>
            <a:spLocks noGrp="1"/>
          </p:cNvSpPr>
          <p:nvPr>
            <p:ph sz="quarter" idx="18"/>
          </p:nvPr>
        </p:nvSpPr>
        <p:spPr>
          <a:xfrm>
            <a:off x="3776075" y="2187258"/>
            <a:ext cx="7349126"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7D906524-8E7E-05A8-4F9E-A2C39750A30C}"/>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F256971-28FA-FA33-0A85-0B851EA7AE9B}"/>
              </a:ext>
            </a:extLst>
          </p:cNvPr>
          <p:cNvSpPr>
            <a:spLocks noGrp="1"/>
          </p:cNvSpPr>
          <p:nvPr>
            <p:ph type="ftr" sz="quarter" idx="11"/>
          </p:nvPr>
        </p:nvSpPr>
        <p:spPr>
          <a:xfrm>
            <a:off x="3776076" y="6438900"/>
            <a:ext cx="5784614" cy="419100"/>
          </a:xfrm>
        </p:spPr>
        <p:txBody>
          <a:bodyPr/>
          <a:lstStyle/>
          <a:p>
            <a:endParaRPr lang="fr-FR"/>
          </a:p>
        </p:txBody>
      </p:sp>
      <p:sp>
        <p:nvSpPr>
          <p:cNvPr id="7" name="Date Placeholder 4">
            <a:extLst>
              <a:ext uri="{FF2B5EF4-FFF2-40B4-BE49-F238E27FC236}">
                <a16:creationId xmlns:a16="http://schemas.microsoft.com/office/drawing/2014/main" id="{F04B437D-29C2-D3ED-BEFA-E1F868B0FB5E}"/>
              </a:ext>
            </a:extLst>
          </p:cNvPr>
          <p:cNvSpPr>
            <a:spLocks noGrp="1"/>
          </p:cNvSpPr>
          <p:nvPr>
            <p:ph type="dt" sz="half" idx="15"/>
          </p:nvPr>
        </p:nvSpPr>
        <p:spPr>
          <a:xfrm>
            <a:off x="9650896" y="6438900"/>
            <a:ext cx="864704" cy="419100"/>
          </a:xfrm>
        </p:spPr>
        <p:txBody>
          <a:bodyPr/>
          <a:lstStyle/>
          <a:p>
            <a:fld id="{BB60D584-5631-4EF0-A815-1723A6BD33C2}" type="datetimeFigureOut">
              <a:rPr lang="fr-FR" smtClean="0"/>
              <a:t>19/09/2026</a:t>
            </a:fld>
            <a:endParaRPr lang="fr-FR"/>
          </a:p>
        </p:txBody>
      </p:sp>
      <p:sp>
        <p:nvSpPr>
          <p:cNvPr id="8" name="Slide Number Placeholder 5">
            <a:extLst>
              <a:ext uri="{FF2B5EF4-FFF2-40B4-BE49-F238E27FC236}">
                <a16:creationId xmlns:a16="http://schemas.microsoft.com/office/drawing/2014/main" id="{70EB108D-6128-5356-6097-7D1D10551222}"/>
              </a:ext>
            </a:extLst>
          </p:cNvPr>
          <p:cNvSpPr>
            <a:spLocks noGrp="1"/>
          </p:cNvSpPr>
          <p:nvPr>
            <p:ph type="sldNum" sz="quarter" idx="12"/>
          </p:nvPr>
        </p:nvSpPr>
        <p:spPr>
          <a:xfrm>
            <a:off x="10523764" y="6438900"/>
            <a:ext cx="601436" cy="419100"/>
          </a:xfrm>
        </p:spPr>
        <p:txBody>
          <a:bodyPr/>
          <a:lstStyle/>
          <a:p>
            <a:fld id="{7EDFE78A-6CAB-4CF5-9CF8-0B35D2309FA0}" type="slidenum">
              <a:rPr lang="fr-FR" smtClean="0"/>
              <a:t>‹#›</a:t>
            </a:fld>
            <a:endParaRPr lang="fr-FR"/>
          </a:p>
        </p:txBody>
      </p:sp>
    </p:spTree>
    <p:extLst>
      <p:ext uri="{BB962C8B-B14F-4D97-AF65-F5344CB8AC3E}">
        <p14:creationId xmlns:p14="http://schemas.microsoft.com/office/powerpoint/2010/main" val="18020281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3394" y="1112104"/>
            <a:ext cx="7343564" cy="9326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3393" y="2187258"/>
            <a:ext cx="7343565"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4D039FC6-F740-7D02-FD07-5B1B076DCE63}"/>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DC666571-786A-B2D2-4FC3-C22E71C243E1}"/>
              </a:ext>
            </a:extLst>
          </p:cNvPr>
          <p:cNvSpPr>
            <a:spLocks noGrp="1"/>
          </p:cNvSpPr>
          <p:nvPr>
            <p:ph type="ftr" sz="quarter" idx="11"/>
          </p:nvPr>
        </p:nvSpPr>
        <p:spPr>
          <a:xfrm>
            <a:off x="1093394" y="6438900"/>
            <a:ext cx="5779054" cy="419100"/>
          </a:xfrm>
        </p:spPr>
        <p:txBody>
          <a:bodyPr/>
          <a:lstStyle/>
          <a:p>
            <a:endParaRPr lang="fr-FR"/>
          </a:p>
        </p:txBody>
      </p:sp>
      <p:sp>
        <p:nvSpPr>
          <p:cNvPr id="6" name="Date Placeholder 4">
            <a:extLst>
              <a:ext uri="{FF2B5EF4-FFF2-40B4-BE49-F238E27FC236}">
                <a16:creationId xmlns:a16="http://schemas.microsoft.com/office/drawing/2014/main" id="{A324A0C0-9CB0-6208-0780-67E3C7F2C02C}"/>
              </a:ext>
            </a:extLst>
          </p:cNvPr>
          <p:cNvSpPr>
            <a:spLocks noGrp="1"/>
          </p:cNvSpPr>
          <p:nvPr>
            <p:ph type="dt" sz="half" idx="15"/>
          </p:nvPr>
        </p:nvSpPr>
        <p:spPr>
          <a:xfrm>
            <a:off x="6962654" y="6438900"/>
            <a:ext cx="864704" cy="419100"/>
          </a:xfrm>
        </p:spPr>
        <p:txBody>
          <a:bodyPr/>
          <a:lstStyle/>
          <a:p>
            <a:fld id="{BB60D584-5631-4EF0-A815-1723A6BD33C2}" type="datetimeFigureOut">
              <a:rPr lang="fr-FR" smtClean="0"/>
              <a:t>19/09/2026</a:t>
            </a:fld>
            <a:endParaRPr lang="fr-FR"/>
          </a:p>
        </p:txBody>
      </p:sp>
      <p:sp>
        <p:nvSpPr>
          <p:cNvPr id="7" name="Slide Number Placeholder 5">
            <a:extLst>
              <a:ext uri="{FF2B5EF4-FFF2-40B4-BE49-F238E27FC236}">
                <a16:creationId xmlns:a16="http://schemas.microsoft.com/office/drawing/2014/main" id="{7F7421E2-5EEC-7791-DBEE-600FF5170816}"/>
              </a:ext>
            </a:extLst>
          </p:cNvPr>
          <p:cNvSpPr>
            <a:spLocks noGrp="1"/>
          </p:cNvSpPr>
          <p:nvPr>
            <p:ph type="sldNum" sz="quarter" idx="12"/>
          </p:nvPr>
        </p:nvSpPr>
        <p:spPr>
          <a:xfrm>
            <a:off x="7835522" y="6438900"/>
            <a:ext cx="601436" cy="419100"/>
          </a:xfrm>
        </p:spPr>
        <p:txBody>
          <a:bodyPr/>
          <a:lstStyle/>
          <a:p>
            <a:fld id="{7EDFE78A-6CAB-4CF5-9CF8-0B35D2309FA0}" type="slidenum">
              <a:rPr lang="fr-FR" smtClean="0"/>
              <a:t>‹#›</a:t>
            </a:fld>
            <a:endParaRPr lang="fr-FR"/>
          </a:p>
        </p:txBody>
      </p:sp>
      <p:sp>
        <p:nvSpPr>
          <p:cNvPr id="12" name="Picture Placeholder 10">
            <a:extLst>
              <a:ext uri="{FF2B5EF4-FFF2-40B4-BE49-F238E27FC236}">
                <a16:creationId xmlns:a16="http://schemas.microsoft.com/office/drawing/2014/main" id="{61964118-5CFA-FFA8-E19F-A107D63DDC08}"/>
              </a:ext>
            </a:extLst>
          </p:cNvPr>
          <p:cNvSpPr>
            <a:spLocks noGrp="1"/>
          </p:cNvSpPr>
          <p:nvPr>
            <p:ph type="pic" sz="quarter" idx="13" hasCustomPrompt="1"/>
          </p:nvPr>
        </p:nvSpPr>
        <p:spPr>
          <a:xfrm>
            <a:off x="8665559"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3641577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066" y="1115736"/>
            <a:ext cx="4738583" cy="1288169"/>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88192" y="2552124"/>
            <a:ext cx="4738450" cy="373437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B84581EB-7A5A-925D-6E20-5C04A0EAA2CE}"/>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084EA123-AEAB-8F33-C22D-31F9F11A93CE}"/>
              </a:ext>
            </a:extLst>
          </p:cNvPr>
          <p:cNvSpPr>
            <a:spLocks noGrp="1"/>
          </p:cNvSpPr>
          <p:nvPr>
            <p:ph type="ftr" sz="quarter" idx="11"/>
          </p:nvPr>
        </p:nvSpPr>
        <p:spPr>
          <a:xfrm>
            <a:off x="1088066" y="6438900"/>
            <a:ext cx="3174065" cy="419100"/>
          </a:xfrm>
        </p:spPr>
        <p:txBody>
          <a:bodyPr/>
          <a:lstStyle/>
          <a:p>
            <a:endParaRPr lang="fr-FR"/>
          </a:p>
        </p:txBody>
      </p:sp>
      <p:sp>
        <p:nvSpPr>
          <p:cNvPr id="9" name="Date Placeholder 4">
            <a:extLst>
              <a:ext uri="{FF2B5EF4-FFF2-40B4-BE49-F238E27FC236}">
                <a16:creationId xmlns:a16="http://schemas.microsoft.com/office/drawing/2014/main" id="{AA2FCA56-AA13-81B1-1707-7A5D7557B5F8}"/>
              </a:ext>
            </a:extLst>
          </p:cNvPr>
          <p:cNvSpPr>
            <a:spLocks noGrp="1"/>
          </p:cNvSpPr>
          <p:nvPr>
            <p:ph type="dt" sz="half" idx="15"/>
          </p:nvPr>
        </p:nvSpPr>
        <p:spPr>
          <a:xfrm>
            <a:off x="4352338" y="6438900"/>
            <a:ext cx="864704" cy="419100"/>
          </a:xfrm>
        </p:spPr>
        <p:txBody>
          <a:bodyPr/>
          <a:lstStyle/>
          <a:p>
            <a:fld id="{BB60D584-5631-4EF0-A815-1723A6BD33C2}" type="datetimeFigureOut">
              <a:rPr lang="fr-FR" smtClean="0"/>
              <a:t>19/09/2026</a:t>
            </a:fld>
            <a:endParaRPr lang="fr-FR"/>
          </a:p>
        </p:txBody>
      </p:sp>
      <p:sp>
        <p:nvSpPr>
          <p:cNvPr id="10" name="Slide Number Placeholder 5">
            <a:extLst>
              <a:ext uri="{FF2B5EF4-FFF2-40B4-BE49-F238E27FC236}">
                <a16:creationId xmlns:a16="http://schemas.microsoft.com/office/drawing/2014/main" id="{4358A8E3-C7AA-9216-35FD-FE820598287A}"/>
              </a:ext>
            </a:extLst>
          </p:cNvPr>
          <p:cNvSpPr>
            <a:spLocks noGrp="1"/>
          </p:cNvSpPr>
          <p:nvPr>
            <p:ph type="sldNum" sz="quarter" idx="12"/>
          </p:nvPr>
        </p:nvSpPr>
        <p:spPr>
          <a:xfrm>
            <a:off x="5225206" y="6438900"/>
            <a:ext cx="601436" cy="419100"/>
          </a:xfrm>
        </p:spPr>
        <p:txBody>
          <a:bodyPr/>
          <a:lstStyle/>
          <a:p>
            <a:fld id="{7EDFE78A-6CAB-4CF5-9CF8-0B35D2309FA0}" type="slidenum">
              <a:rPr lang="fr-FR" smtClean="0"/>
              <a:t>‹#›</a:t>
            </a:fld>
            <a:endParaRPr lang="fr-F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0" y="0"/>
            <a:ext cx="609600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9259206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8396" y="1111101"/>
            <a:ext cx="3813845" cy="1493863"/>
          </a:xfrm>
        </p:spPr>
        <p:txBody>
          <a:bodyPr anchor="t">
            <a:no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98397" y="2700671"/>
            <a:ext cx="3813846" cy="358583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A796DD-1556-39E2-B5E4-90C1C2459D2D}"/>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06713B13-BCC2-B853-769C-4BC6A57D7B6D}"/>
              </a:ext>
            </a:extLst>
          </p:cNvPr>
          <p:cNvSpPr>
            <a:spLocks noGrp="1"/>
          </p:cNvSpPr>
          <p:nvPr>
            <p:ph type="ftr" sz="quarter" idx="11"/>
          </p:nvPr>
        </p:nvSpPr>
        <p:spPr>
          <a:xfrm>
            <a:off x="1098395" y="6438900"/>
            <a:ext cx="2249335" cy="419100"/>
          </a:xfrm>
        </p:spPr>
        <p:txBody>
          <a:bodyPr/>
          <a:lstStyle/>
          <a:p>
            <a:endParaRPr lang="fr-FR"/>
          </a:p>
        </p:txBody>
      </p:sp>
      <p:sp>
        <p:nvSpPr>
          <p:cNvPr id="6" name="Date Placeholder 4">
            <a:extLst>
              <a:ext uri="{FF2B5EF4-FFF2-40B4-BE49-F238E27FC236}">
                <a16:creationId xmlns:a16="http://schemas.microsoft.com/office/drawing/2014/main" id="{A9915D6C-CE56-12D3-C15C-C56B3EFEAFE7}"/>
              </a:ext>
            </a:extLst>
          </p:cNvPr>
          <p:cNvSpPr>
            <a:spLocks noGrp="1"/>
          </p:cNvSpPr>
          <p:nvPr>
            <p:ph type="dt" sz="half" idx="15"/>
          </p:nvPr>
        </p:nvSpPr>
        <p:spPr>
          <a:xfrm>
            <a:off x="3437937" y="6438900"/>
            <a:ext cx="864704" cy="419100"/>
          </a:xfrm>
        </p:spPr>
        <p:txBody>
          <a:bodyPr/>
          <a:lstStyle/>
          <a:p>
            <a:fld id="{2ABAD28B-DD56-4B56-883A-96608C765E28}" type="datetimeFigureOut">
              <a:rPr lang="en-US" smtClean="0"/>
              <a:pPr/>
              <a:t>9/19/2026</a:t>
            </a:fld>
            <a:endParaRPr lang="en-US" dirty="0"/>
          </a:p>
        </p:txBody>
      </p:sp>
      <p:sp>
        <p:nvSpPr>
          <p:cNvPr id="7" name="Slide Number Placeholder 5">
            <a:extLst>
              <a:ext uri="{FF2B5EF4-FFF2-40B4-BE49-F238E27FC236}">
                <a16:creationId xmlns:a16="http://schemas.microsoft.com/office/drawing/2014/main" id="{3C3F576B-887C-7B84-0990-9143EA6C6012}"/>
              </a:ext>
            </a:extLst>
          </p:cNvPr>
          <p:cNvSpPr>
            <a:spLocks noGrp="1"/>
          </p:cNvSpPr>
          <p:nvPr>
            <p:ph type="sldNum" sz="quarter" idx="12"/>
          </p:nvPr>
        </p:nvSpPr>
        <p:spPr>
          <a:xfrm>
            <a:off x="4310805" y="6438900"/>
            <a:ext cx="601436" cy="419100"/>
          </a:xfrm>
        </p:spPr>
        <p:txBody>
          <a:bodyPr/>
          <a:lstStyle/>
          <a:p>
            <a:fld id="{7EDFE78A-6CAB-4CF5-9CF8-0B35D2309FA0}" type="slidenum">
              <a:rPr lang="fr-FR" smtClean="0"/>
              <a:t>‹#›</a:t>
            </a:fld>
            <a:endParaRPr lang="fr-F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192232" y="0"/>
            <a:ext cx="6999768"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4687422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75ACA1F-D859-596B-9F50-F1E9A2654EAF}"/>
              </a:ext>
            </a:extLst>
          </p:cNvPr>
          <p:cNvSpPr>
            <a:spLocks noGrp="1"/>
          </p:cNvSpPr>
          <p:nvPr>
            <p:ph type="title"/>
          </p:nvPr>
        </p:nvSpPr>
        <p:spPr>
          <a:xfrm flipH="1">
            <a:off x="7894207" y="1112431"/>
            <a:ext cx="3230993" cy="1858941"/>
          </a:xfrm>
        </p:spPr>
        <p:txBody>
          <a:bodyPr anchor="t"/>
          <a:lstStyle/>
          <a:p>
            <a:r>
              <a:rPr lang="en-US"/>
              <a:t>Click to edit Master title style</a:t>
            </a:r>
            <a:endParaRPr lang="en-US" dirty="0"/>
          </a:p>
        </p:txBody>
      </p:sp>
      <p:sp>
        <p:nvSpPr>
          <p:cNvPr id="2" name="Picture Placeholder 9">
            <a:extLst>
              <a:ext uri="{FF2B5EF4-FFF2-40B4-BE49-F238E27FC236}">
                <a16:creationId xmlns:a16="http://schemas.microsoft.com/office/drawing/2014/main" id="{2A43D9F3-C10E-5B48-BB59-16A8600BD36F}"/>
              </a:ext>
            </a:extLst>
          </p:cNvPr>
          <p:cNvSpPr>
            <a:spLocks noGrp="1"/>
          </p:cNvSpPr>
          <p:nvPr>
            <p:ph type="pic" sz="quarter" idx="13" hasCustomPrompt="1"/>
          </p:nvPr>
        </p:nvSpPr>
        <p:spPr>
          <a:xfrm>
            <a:off x="12192" y="0"/>
            <a:ext cx="7481777"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4" name="Content Placeholder 7">
            <a:extLst>
              <a:ext uri="{FF2B5EF4-FFF2-40B4-BE49-F238E27FC236}">
                <a16:creationId xmlns:a16="http://schemas.microsoft.com/office/drawing/2014/main" id="{2E10F120-2F5B-B2FD-DB40-683E6176C3D4}"/>
              </a:ext>
            </a:extLst>
          </p:cNvPr>
          <p:cNvSpPr>
            <a:spLocks noGrp="1"/>
          </p:cNvSpPr>
          <p:nvPr>
            <p:ph sz="quarter" idx="15"/>
          </p:nvPr>
        </p:nvSpPr>
        <p:spPr>
          <a:xfrm>
            <a:off x="7901280" y="3133255"/>
            <a:ext cx="3223920" cy="2656250"/>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0" name="Straight Connector 19">
            <a:extLst>
              <a:ext uri="{FF2B5EF4-FFF2-40B4-BE49-F238E27FC236}">
                <a16:creationId xmlns:a16="http://schemas.microsoft.com/office/drawing/2014/main" id="{C9A12B08-97E1-66BD-9B69-377E28512750}"/>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9EACEEC7-E0DC-ABF5-188B-5636A17BD6A4}"/>
              </a:ext>
            </a:extLst>
          </p:cNvPr>
          <p:cNvSpPr>
            <a:spLocks noGrp="1"/>
          </p:cNvSpPr>
          <p:nvPr>
            <p:ph type="ftr" sz="quarter" idx="11"/>
          </p:nvPr>
        </p:nvSpPr>
        <p:spPr>
          <a:xfrm>
            <a:off x="7894207" y="6438900"/>
            <a:ext cx="1666482" cy="419100"/>
          </a:xfrm>
        </p:spPr>
        <p:txBody>
          <a:bodyPr/>
          <a:lstStyle/>
          <a:p>
            <a:endParaRPr lang="fr-FR"/>
          </a:p>
        </p:txBody>
      </p:sp>
      <p:sp>
        <p:nvSpPr>
          <p:cNvPr id="8" name="Date Placeholder 4">
            <a:extLst>
              <a:ext uri="{FF2B5EF4-FFF2-40B4-BE49-F238E27FC236}">
                <a16:creationId xmlns:a16="http://schemas.microsoft.com/office/drawing/2014/main" id="{D0A24C6D-468E-EAE9-2363-772EA5E51DD0}"/>
              </a:ext>
            </a:extLst>
          </p:cNvPr>
          <p:cNvSpPr>
            <a:spLocks noGrp="1"/>
          </p:cNvSpPr>
          <p:nvPr>
            <p:ph type="dt" sz="half" idx="16"/>
          </p:nvPr>
        </p:nvSpPr>
        <p:spPr>
          <a:xfrm>
            <a:off x="9650896" y="6438900"/>
            <a:ext cx="864704" cy="419100"/>
          </a:xfrm>
        </p:spPr>
        <p:txBody>
          <a:bodyPr/>
          <a:lstStyle/>
          <a:p>
            <a:fld id="{BB60D584-5631-4EF0-A815-1723A6BD33C2}" type="datetimeFigureOut">
              <a:rPr lang="fr-FR" smtClean="0"/>
              <a:t>19/09/2026</a:t>
            </a:fld>
            <a:endParaRPr lang="fr-FR"/>
          </a:p>
        </p:txBody>
      </p:sp>
      <p:sp>
        <p:nvSpPr>
          <p:cNvPr id="9" name="Slide Number Placeholder 5">
            <a:extLst>
              <a:ext uri="{FF2B5EF4-FFF2-40B4-BE49-F238E27FC236}">
                <a16:creationId xmlns:a16="http://schemas.microsoft.com/office/drawing/2014/main" id="{C4C85811-EF51-7552-5F12-17748D280645}"/>
              </a:ext>
            </a:extLst>
          </p:cNvPr>
          <p:cNvSpPr>
            <a:spLocks noGrp="1"/>
          </p:cNvSpPr>
          <p:nvPr>
            <p:ph type="sldNum" sz="quarter" idx="12"/>
          </p:nvPr>
        </p:nvSpPr>
        <p:spPr>
          <a:xfrm>
            <a:off x="10523764" y="6438900"/>
            <a:ext cx="601436" cy="419100"/>
          </a:xfrm>
        </p:spPr>
        <p:txBody>
          <a:bodyPr/>
          <a:lstStyle/>
          <a:p>
            <a:fld id="{7EDFE78A-6CAB-4CF5-9CF8-0B35D2309FA0}" type="slidenum">
              <a:rPr lang="fr-FR" smtClean="0"/>
              <a:t>‹#›</a:t>
            </a:fld>
            <a:endParaRPr lang="fr-FR"/>
          </a:p>
        </p:txBody>
      </p:sp>
    </p:spTree>
    <p:extLst>
      <p:ext uri="{BB962C8B-B14F-4D97-AF65-F5344CB8AC3E}">
        <p14:creationId xmlns:p14="http://schemas.microsoft.com/office/powerpoint/2010/main" val="20376761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15324" y="3987802"/>
            <a:ext cx="3044954" cy="2309785"/>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5935" y="3987802"/>
            <a:ext cx="7460029" cy="2309785"/>
          </a:xfrm>
        </p:spPr>
        <p:txBody>
          <a:bodyPr vert="horz" lIns="91440" tIns="45720" rIns="91440" bIns="45720" rtlCol="0" anchor="t">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4C699AE1-DA01-C4DA-C5BE-8DD9BE13F668}"/>
              </a:ext>
              <a:ext uri="{C183D7F6-B498-43B3-948B-1728B52AA6E4}">
                <adec:decorative xmlns:adec="http://schemas.microsoft.com/office/drawing/2017/decorative" val="1"/>
              </a:ext>
            </a:extLst>
          </p:cNvPr>
          <p:cNvCxnSpPr>
            <a:cxnSpLocks/>
          </p:cNvCxnSpPr>
          <p:nvPr/>
        </p:nvCxnSpPr>
        <p:spPr>
          <a:xfrm>
            <a:off x="0" y="41150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9373F0BC-3C5E-8E58-AFDC-804E1C1C7617}"/>
              </a:ext>
            </a:extLst>
          </p:cNvPr>
          <p:cNvSpPr>
            <a:spLocks noGrp="1"/>
          </p:cNvSpPr>
          <p:nvPr>
            <p:ph type="dt" sz="half" idx="15"/>
          </p:nvPr>
        </p:nvSpPr>
        <p:spPr/>
        <p:txBody>
          <a:bodyPr/>
          <a:lstStyle/>
          <a:p>
            <a:fld id="{BB60D584-5631-4EF0-A815-1723A6BD33C2}" type="datetimeFigureOut">
              <a:rPr lang="fr-FR" smtClean="0"/>
              <a:t>19/09/2026</a:t>
            </a:fld>
            <a:endParaRPr lang="fr-FR"/>
          </a:p>
        </p:txBody>
      </p:sp>
      <p:sp>
        <p:nvSpPr>
          <p:cNvPr id="9" name="Footer Placeholder 8">
            <a:extLst>
              <a:ext uri="{FF2B5EF4-FFF2-40B4-BE49-F238E27FC236}">
                <a16:creationId xmlns:a16="http://schemas.microsoft.com/office/drawing/2014/main" id="{E6E5C888-EE74-5D59-47AA-40A53F60011B}"/>
              </a:ext>
            </a:extLst>
          </p:cNvPr>
          <p:cNvSpPr>
            <a:spLocks noGrp="1"/>
          </p:cNvSpPr>
          <p:nvPr>
            <p:ph type="ftr" sz="quarter" idx="16"/>
          </p:nvPr>
        </p:nvSpPr>
        <p:spPr/>
        <p:txBody>
          <a:bodyPr/>
          <a:lstStyle/>
          <a:p>
            <a:endParaRPr lang="fr-FR"/>
          </a:p>
        </p:txBody>
      </p:sp>
      <p:sp>
        <p:nvSpPr>
          <p:cNvPr id="10" name="Slide Number Placeholder 9">
            <a:extLst>
              <a:ext uri="{FF2B5EF4-FFF2-40B4-BE49-F238E27FC236}">
                <a16:creationId xmlns:a16="http://schemas.microsoft.com/office/drawing/2014/main" id="{4794CA46-7ABA-FF39-20BD-C83B4F6D957B}"/>
              </a:ext>
            </a:extLst>
          </p:cNvPr>
          <p:cNvSpPr>
            <a:spLocks noGrp="1"/>
          </p:cNvSpPr>
          <p:nvPr>
            <p:ph type="sldNum" sz="quarter" idx="17"/>
          </p:nvPr>
        </p:nvSpPr>
        <p:spPr/>
        <p:txBody>
          <a:bodyPr/>
          <a:lstStyle/>
          <a:p>
            <a:fld id="{7EDFE78A-6CAB-4CF5-9CF8-0B35D2309FA0}" type="slidenum">
              <a:rPr lang="fr-FR" smtClean="0"/>
              <a:t>‹#›</a:t>
            </a:fld>
            <a:endParaRPr lang="fr-FR"/>
          </a:p>
        </p:txBody>
      </p:sp>
    </p:spTree>
    <p:extLst>
      <p:ext uri="{BB962C8B-B14F-4D97-AF65-F5344CB8AC3E}">
        <p14:creationId xmlns:p14="http://schemas.microsoft.com/office/powerpoint/2010/main" val="1355767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85BA164-9326-7934-95DF-A6AAB3F4258D}"/>
              </a:ext>
            </a:extLst>
          </p:cNvPr>
          <p:cNvSpPr>
            <a:spLocks noGrp="1"/>
          </p:cNvSpPr>
          <p:nvPr>
            <p:ph type="title"/>
          </p:nvPr>
        </p:nvSpPr>
        <p:spPr>
          <a:xfrm>
            <a:off x="1090940" y="1120990"/>
            <a:ext cx="10477320" cy="969264"/>
          </a:xfrm>
        </p:spPr>
        <p:txBody>
          <a:bodyPr anchor="t">
            <a:noAutofit/>
          </a:bodyPr>
          <a:lstStyle>
            <a:lvl1pPr>
              <a:defRPr sz="36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 y="2286008"/>
            <a:ext cx="6096000" cy="4571992"/>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91745" y="2286008"/>
            <a:ext cx="4876515" cy="40004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5FB0BF8A-7D94-1C82-F661-F1B7A93A4359}"/>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988C72B-1D4E-3882-C750-7F965F6E7BC7}"/>
              </a:ext>
            </a:extLst>
          </p:cNvPr>
          <p:cNvSpPr>
            <a:spLocks noGrp="1"/>
          </p:cNvSpPr>
          <p:nvPr>
            <p:ph type="ftr" sz="quarter" idx="16"/>
          </p:nvPr>
        </p:nvSpPr>
        <p:spPr>
          <a:xfrm>
            <a:off x="6691744" y="6438900"/>
            <a:ext cx="2959151" cy="419100"/>
          </a:xfrm>
        </p:spPr>
        <p:txBody>
          <a:bodyPr/>
          <a:lstStyle/>
          <a:p>
            <a:endParaRPr lang="fr-FR"/>
          </a:p>
        </p:txBody>
      </p:sp>
      <p:sp>
        <p:nvSpPr>
          <p:cNvPr id="2" name="Date Placeholder 1">
            <a:extLst>
              <a:ext uri="{FF2B5EF4-FFF2-40B4-BE49-F238E27FC236}">
                <a16:creationId xmlns:a16="http://schemas.microsoft.com/office/drawing/2014/main" id="{4914FA71-0863-B2C8-8E42-C0A1F133DC69}"/>
              </a:ext>
            </a:extLst>
          </p:cNvPr>
          <p:cNvSpPr>
            <a:spLocks noGrp="1"/>
          </p:cNvSpPr>
          <p:nvPr>
            <p:ph type="dt" sz="half" idx="15"/>
          </p:nvPr>
        </p:nvSpPr>
        <p:spPr/>
        <p:txBody>
          <a:bodyPr/>
          <a:lstStyle/>
          <a:p>
            <a:fld id="{BB60D584-5631-4EF0-A815-1723A6BD33C2}" type="datetimeFigureOut">
              <a:rPr lang="fr-FR" smtClean="0"/>
              <a:t>19/09/2026</a:t>
            </a:fld>
            <a:endParaRPr lang="fr-FR"/>
          </a:p>
        </p:txBody>
      </p:sp>
      <p:sp>
        <p:nvSpPr>
          <p:cNvPr id="6" name="Slide Number Placeholder 5">
            <a:extLst>
              <a:ext uri="{FF2B5EF4-FFF2-40B4-BE49-F238E27FC236}">
                <a16:creationId xmlns:a16="http://schemas.microsoft.com/office/drawing/2014/main" id="{4CD6C2E8-E8FC-5DC8-863C-CF7823CD4AED}"/>
              </a:ext>
            </a:extLst>
          </p:cNvPr>
          <p:cNvSpPr>
            <a:spLocks noGrp="1"/>
          </p:cNvSpPr>
          <p:nvPr>
            <p:ph type="sldNum" sz="quarter" idx="17"/>
          </p:nvPr>
        </p:nvSpPr>
        <p:spPr/>
        <p:txBody>
          <a:bodyPr/>
          <a:lstStyle/>
          <a:p>
            <a:fld id="{7EDFE78A-6CAB-4CF5-9CF8-0B35D2309FA0}" type="slidenum">
              <a:rPr lang="fr-FR" smtClean="0"/>
              <a:t>‹#›</a:t>
            </a:fld>
            <a:endParaRPr lang="fr-FR"/>
          </a:p>
        </p:txBody>
      </p:sp>
    </p:spTree>
    <p:extLst>
      <p:ext uri="{BB962C8B-B14F-4D97-AF65-F5344CB8AC3E}">
        <p14:creationId xmlns:p14="http://schemas.microsoft.com/office/powerpoint/2010/main" val="38357978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243CE06-05E5-2B64-1E1C-8F81B788D099}"/>
              </a:ext>
            </a:extLst>
          </p:cNvPr>
          <p:cNvSpPr>
            <a:spLocks noGrp="1"/>
          </p:cNvSpPr>
          <p:nvPr>
            <p:ph type="title"/>
          </p:nvPr>
        </p:nvSpPr>
        <p:spPr>
          <a:xfrm>
            <a:off x="1090940" y="1122200"/>
            <a:ext cx="3696859" cy="1505157"/>
          </a:xfrm>
        </p:spPr>
        <p:txBody>
          <a:bodyPr anchor="t">
            <a:noAutofit/>
          </a:bodyPr>
          <a:lstStyle>
            <a:lvl1pPr>
              <a:defRPr sz="3600"/>
            </a:lvl1pPr>
          </a:lstStyle>
          <a:p>
            <a:r>
              <a:rPr lang="en-US"/>
              <a:t>Click to edit Master title style</a:t>
            </a:r>
            <a:endParaRPr lang="en-US" dirty="0"/>
          </a:p>
        </p:txBody>
      </p:sp>
      <p:sp>
        <p:nvSpPr>
          <p:cNvPr id="9" name="Picture Placeholder 10">
            <a:extLst>
              <a:ext uri="{FF2B5EF4-FFF2-40B4-BE49-F238E27FC236}">
                <a16:creationId xmlns:a16="http://schemas.microsoft.com/office/drawing/2014/main" id="{9ADE1102-BF4C-FC7C-22F6-B8453DE3B195}"/>
              </a:ext>
            </a:extLst>
          </p:cNvPr>
          <p:cNvSpPr>
            <a:spLocks noGrp="1"/>
          </p:cNvSpPr>
          <p:nvPr>
            <p:ph type="pic" sz="quarter" idx="13" hasCustomPrompt="1"/>
          </p:nvPr>
        </p:nvSpPr>
        <p:spPr>
          <a:xfrm>
            <a:off x="1181100" y="2840181"/>
            <a:ext cx="3606699" cy="344631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0" name="Content Placeholder 7">
            <a:extLst>
              <a:ext uri="{FF2B5EF4-FFF2-40B4-BE49-F238E27FC236}">
                <a16:creationId xmlns:a16="http://schemas.microsoft.com/office/drawing/2014/main" id="{6C8ACD7F-7B34-5741-6323-6829CFDA10C3}"/>
              </a:ext>
            </a:extLst>
          </p:cNvPr>
          <p:cNvSpPr>
            <a:spLocks noGrp="1"/>
          </p:cNvSpPr>
          <p:nvPr>
            <p:ph sz="quarter" idx="14"/>
          </p:nvPr>
        </p:nvSpPr>
        <p:spPr>
          <a:xfrm>
            <a:off x="5113673" y="1122201"/>
            <a:ext cx="6602291" cy="516429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fr-F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B60D584-5631-4EF0-A815-1723A6BD33C2}" type="datetimeFigureOut">
              <a:rPr lang="fr-FR" smtClean="0"/>
              <a:t>19/09/2026</a:t>
            </a:fld>
            <a:endParaRPr lang="fr-F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7EDFE78A-6CAB-4CF5-9CF8-0B35D2309FA0}" type="slidenum">
              <a:rPr lang="fr-FR" smtClean="0"/>
              <a:t>‹#›</a:t>
            </a:fld>
            <a:endParaRPr lang="fr-FR"/>
          </a:p>
        </p:txBody>
      </p:sp>
      <p:cxnSp>
        <p:nvCxnSpPr>
          <p:cNvPr id="12" name="Straight Connector 11">
            <a:extLst>
              <a:ext uri="{FF2B5EF4-FFF2-40B4-BE49-F238E27FC236}">
                <a16:creationId xmlns:a16="http://schemas.microsoft.com/office/drawing/2014/main" id="{B1322A97-1C32-A52E-951B-60B114B307A0}"/>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29092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bg>
      <p:bgPr>
        <a:solidFill>
          <a:schemeClr val="tx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9AD5248-C0E5-8356-EB8F-904EDDA5FC95}"/>
              </a:ext>
            </a:extLst>
          </p:cNvPr>
          <p:cNvSpPr>
            <a:spLocks noGrp="1"/>
          </p:cNvSpPr>
          <p:nvPr>
            <p:ph type="title"/>
          </p:nvPr>
        </p:nvSpPr>
        <p:spPr>
          <a:xfrm>
            <a:off x="4647304" y="4757193"/>
            <a:ext cx="6477896" cy="1126554"/>
          </a:xfrm>
        </p:spPr>
        <p:txBody>
          <a:bodyPr anchor="b">
            <a:normAutofit/>
          </a:bodyPr>
          <a:lstStyle>
            <a:lvl1pPr algn="r">
              <a:defRPr sz="2000" b="0" cap="none" baseline="0">
                <a:solidFill>
                  <a:schemeClr val="bg1"/>
                </a:solidFill>
              </a:defRPr>
            </a:lvl1pPr>
          </a:lstStyle>
          <a:p>
            <a:r>
              <a:rPr lang="en-US"/>
              <a:t>Click to edit Master title style</a:t>
            </a:r>
          </a:p>
        </p:txBody>
      </p:sp>
      <p:sp>
        <p:nvSpPr>
          <p:cNvPr id="10" name="Content Placeholder 9">
            <a:extLst>
              <a:ext uri="{FF2B5EF4-FFF2-40B4-BE49-F238E27FC236}">
                <a16:creationId xmlns:a16="http://schemas.microsoft.com/office/drawing/2014/main" id="{A5F5F1C4-3BA4-0163-6A5F-9D95D58C7EA2}"/>
              </a:ext>
            </a:extLst>
          </p:cNvPr>
          <p:cNvSpPr>
            <a:spLocks noGrp="1"/>
          </p:cNvSpPr>
          <p:nvPr>
            <p:ph sz="quarter" idx="13" hasCustomPrompt="1"/>
          </p:nvPr>
        </p:nvSpPr>
        <p:spPr>
          <a:xfrm>
            <a:off x="82296" y="64008"/>
            <a:ext cx="12027408" cy="4600592"/>
          </a:xfrm>
        </p:spPr>
        <p:txBody>
          <a:bodyPr>
            <a:noAutofit/>
          </a:bodyPr>
          <a:lstStyle>
            <a:lvl1pPr>
              <a:lnSpc>
                <a:spcPct val="85000"/>
              </a:lnSpc>
              <a:defRPr sz="31000" b="1">
                <a:solidFill>
                  <a:schemeClr val="bg1"/>
                </a:solidFill>
              </a:defRPr>
            </a:lvl1pPr>
          </a:lstStyle>
          <a:p>
            <a:pPr lvl="0"/>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E5AD3D17-73C9-402C-91E7-BA73E6829C50}" type="datetime1">
              <a:rPr lang="en-US" smtClean="0"/>
              <a:pPr/>
              <a:t>9/19/2026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7EDFE78A-6CAB-4CF5-9CF8-0B35D2309FA0}" type="slidenum">
              <a:rPr lang="fr-FR" smtClean="0"/>
              <a:t>‹#›</a:t>
            </a:fld>
            <a:endParaRPr lang="fr-FR"/>
          </a:p>
        </p:txBody>
      </p:sp>
      <p:cxnSp>
        <p:nvCxnSpPr>
          <p:cNvPr id="7" name="Straight Connector 6">
            <a:extLst>
              <a:ext uri="{FF2B5EF4-FFF2-40B4-BE49-F238E27FC236}">
                <a16:creationId xmlns:a16="http://schemas.microsoft.com/office/drawing/2014/main" id="{EA84DB20-94E7-1E79-B65B-67C6158DB14C}"/>
              </a:ext>
              <a:ext uri="{C183D7F6-B498-43B3-948B-1728B52AA6E4}">
                <adec:decorative xmlns:adec="http://schemas.microsoft.com/office/drawing/2017/decorative" val="1"/>
              </a:ext>
            </a:extLst>
          </p:cNvPr>
          <p:cNvCxnSpPr>
            <a:cxnSpLocks/>
          </p:cNvCxnSpPr>
          <p:nvPr/>
        </p:nvCxnSpPr>
        <p:spPr>
          <a:xfrm>
            <a:off x="11387805" y="5715000"/>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077076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86261"/>
            <a:ext cx="10652760" cy="1133856"/>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88136" y="1039095"/>
            <a:ext cx="9418320" cy="5070068"/>
          </a:xfrm>
        </p:spPr>
        <p:txBody>
          <a:bodyPr anchor="t">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fr-F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BB60D584-5631-4EF0-A815-1723A6BD33C2}" type="datetimeFigureOut">
              <a:rPr lang="fr-FR" smtClean="0"/>
              <a:t>19/09/2026</a:t>
            </a:fld>
            <a:endParaRPr lang="fr-F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7EDFE78A-6CAB-4CF5-9CF8-0B35D2309FA0}" type="slidenum">
              <a:rPr lang="fr-FR" smtClean="0"/>
              <a:t>‹#›</a:t>
            </a:fld>
            <a:endParaRPr lang="fr-FR"/>
          </a:p>
        </p:txBody>
      </p:sp>
      <p:cxnSp>
        <p:nvCxnSpPr>
          <p:cNvPr id="6" name="Straight Connector 5">
            <a:extLst>
              <a:ext uri="{FF2B5EF4-FFF2-40B4-BE49-F238E27FC236}">
                <a16:creationId xmlns:a16="http://schemas.microsoft.com/office/drawing/2014/main" id="{77F2505C-CAED-34DC-7CD1-C57ADBBF98DD}"/>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994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1" name="Title 9">
            <a:extLst>
              <a:ext uri="{FF2B5EF4-FFF2-40B4-BE49-F238E27FC236}">
                <a16:creationId xmlns:a16="http://schemas.microsoft.com/office/drawing/2014/main" id="{873E5EF9-EDC5-CB2D-000A-85BB4DB58221}"/>
              </a:ext>
            </a:extLst>
          </p:cNvPr>
          <p:cNvSpPr>
            <a:spLocks noGrp="1"/>
          </p:cNvSpPr>
          <p:nvPr>
            <p:ph type="title" hasCustomPrompt="1"/>
          </p:nvPr>
        </p:nvSpPr>
        <p:spPr>
          <a:xfrm>
            <a:off x="1066800" y="5418360"/>
            <a:ext cx="10058400" cy="466345"/>
          </a:xfrm>
        </p:spPr>
        <p:txBody>
          <a:bodyPr anchor="b">
            <a:normAutofit/>
          </a:bodyPr>
          <a:lstStyle>
            <a:lvl1pPr algn="r">
              <a:lnSpc>
                <a:spcPct val="100000"/>
              </a:lnSpc>
              <a:defRPr sz="2000" b="0" cap="none" baseline="0"/>
            </a:lvl1pPr>
          </a:lstStyle>
          <a:p>
            <a:r>
              <a:rPr lang="en-US" dirty="0"/>
              <a:t>Quote Author</a:t>
            </a:r>
          </a:p>
        </p:txBody>
      </p:sp>
      <p:sp>
        <p:nvSpPr>
          <p:cNvPr id="10" name="Content Placeholder 9">
            <a:extLst>
              <a:ext uri="{FF2B5EF4-FFF2-40B4-BE49-F238E27FC236}">
                <a16:creationId xmlns:a16="http://schemas.microsoft.com/office/drawing/2014/main" id="{E5D1FFC6-C597-BE81-1790-A08954F44C4B}"/>
              </a:ext>
            </a:extLst>
          </p:cNvPr>
          <p:cNvSpPr>
            <a:spLocks noGrp="1"/>
          </p:cNvSpPr>
          <p:nvPr>
            <p:ph sz="quarter" idx="13" hasCustomPrompt="1"/>
          </p:nvPr>
        </p:nvSpPr>
        <p:spPr>
          <a:xfrm>
            <a:off x="95250" y="63500"/>
            <a:ext cx="11977688" cy="5080000"/>
          </a:xfrm>
        </p:spPr>
        <p:txBody>
          <a:bodyPr>
            <a:normAutofit/>
          </a:bodyPr>
          <a:lstStyle>
            <a:lvl1pPr>
              <a:lnSpc>
                <a:spcPct val="85000"/>
              </a:lnSpc>
              <a:defRPr sz="8000" b="1" cap="all" baseline="0">
                <a:solidFill>
                  <a:schemeClr val="tx1"/>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fr-F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9/19/2026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7EDFE78A-6CAB-4CF5-9CF8-0B35D2309FA0}" type="slidenum">
              <a:rPr lang="fr-FR" smtClean="0"/>
              <a:t>‹#›</a:t>
            </a:fld>
            <a:endParaRPr lang="fr-FR"/>
          </a:p>
        </p:txBody>
      </p:sp>
      <p:cxnSp>
        <p:nvCxnSpPr>
          <p:cNvPr id="7" name="Straight Connector 6">
            <a:extLst>
              <a:ext uri="{FF2B5EF4-FFF2-40B4-BE49-F238E27FC236}">
                <a16:creationId xmlns:a16="http://schemas.microsoft.com/office/drawing/2014/main" id="{52949BEA-90AC-BE5F-28A7-80D65BD19B42}"/>
              </a:ext>
              <a:ext uri="{C183D7F6-B498-43B3-948B-1728B52AA6E4}">
                <adec:decorative xmlns:adec="http://schemas.microsoft.com/office/drawing/2017/decorative" val="1"/>
              </a:ext>
            </a:extLst>
          </p:cNvPr>
          <p:cNvCxnSpPr>
            <a:cxnSpLocks/>
          </p:cNvCxnSpPr>
          <p:nvPr/>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0629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119132"/>
            <a:ext cx="9890066" cy="1204593"/>
          </a:xfrm>
        </p:spPr>
        <p:txBody>
          <a:bodyPr>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fr-FR"/>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BB60D584-5631-4EF0-A815-1723A6BD33C2}" type="datetimeFigureOut">
              <a:rPr lang="fr-FR" smtClean="0"/>
              <a:t>19/09/2026</a:t>
            </a:fld>
            <a:endParaRPr lang="fr-FR"/>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EDFE78A-6CAB-4CF5-9CF8-0B35D2309FA0}" type="slidenum">
              <a:rPr lang="fr-FR" smtClean="0"/>
              <a:t>‹#›</a:t>
            </a:fld>
            <a:endParaRPr lang="fr-FR"/>
          </a:p>
        </p:txBody>
      </p:sp>
      <p:cxnSp>
        <p:nvCxnSpPr>
          <p:cNvPr id="8" name="Straight Connector 7">
            <a:extLst>
              <a:ext uri="{FF2B5EF4-FFF2-40B4-BE49-F238E27FC236}">
                <a16:creationId xmlns:a16="http://schemas.microsoft.com/office/drawing/2014/main" id="{AB20CA7A-449A-6AC2-BFC5-17AF5007E7E1}"/>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9997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115329"/>
            <a:ext cx="9949455" cy="838856"/>
          </a:xfrm>
        </p:spPr>
        <p:txBody>
          <a:bodyPr>
            <a:normAutofit/>
          </a:bodyPr>
          <a:lstStyle>
            <a:lvl1pPr>
              <a:defRPr sz="36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fr-FR"/>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BB60D584-5631-4EF0-A815-1723A6BD33C2}" type="datetimeFigureOut">
              <a:rPr lang="fr-FR" smtClean="0"/>
              <a:t>19/09/2026</a:t>
            </a:fld>
            <a:endParaRPr lang="fr-FR"/>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EDFE78A-6CAB-4CF5-9CF8-0B35D2309FA0}" type="slidenum">
              <a:rPr lang="fr-FR" smtClean="0"/>
              <a:t>‹#›</a:t>
            </a:fld>
            <a:endParaRPr lang="fr-FR"/>
          </a:p>
        </p:txBody>
      </p:sp>
      <p:cxnSp>
        <p:nvCxnSpPr>
          <p:cNvPr id="10" name="Straight Connector 9">
            <a:extLst>
              <a:ext uri="{FF2B5EF4-FFF2-40B4-BE49-F238E27FC236}">
                <a16:creationId xmlns:a16="http://schemas.microsoft.com/office/drawing/2014/main" id="{CDA35A86-E7F6-6593-119D-A6DC85581FEA}"/>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44461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a:xfrm>
            <a:off x="1088136" y="1104100"/>
            <a:ext cx="9922764" cy="1294228"/>
          </a:xfrm>
        </p:spPr>
        <p:txBody>
          <a:bodyPr>
            <a:normAutofit/>
          </a:bodyPr>
          <a:lstStyle>
            <a:lvl1pPr>
              <a:defRPr sz="3600" cap="none"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fr-FR"/>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BB60D584-5631-4EF0-A815-1723A6BD33C2}" type="datetimeFigureOut">
              <a:rPr lang="fr-FR" smtClean="0"/>
              <a:t>19/09/2026</a:t>
            </a:fld>
            <a:endParaRPr lang="fr-FR"/>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EDFE78A-6CAB-4CF5-9CF8-0B35D2309FA0}" type="slidenum">
              <a:rPr lang="fr-FR" smtClean="0"/>
              <a:t>‹#›</a:t>
            </a:fld>
            <a:endParaRPr lang="fr-FR"/>
          </a:p>
        </p:txBody>
      </p:sp>
      <p:cxnSp>
        <p:nvCxnSpPr>
          <p:cNvPr id="6" name="Straight Connector 5">
            <a:extLst>
              <a:ext uri="{FF2B5EF4-FFF2-40B4-BE49-F238E27FC236}">
                <a16:creationId xmlns:a16="http://schemas.microsoft.com/office/drawing/2014/main" id="{28CF7AFD-0570-B046-A2C2-3EFA873546CA}"/>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58825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fr-FR"/>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BB60D584-5631-4EF0-A815-1723A6BD33C2}" type="datetimeFigureOut">
              <a:rPr lang="fr-FR" smtClean="0"/>
              <a:t>19/09/2026</a:t>
            </a:fld>
            <a:endParaRPr lang="fr-FR"/>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EDFE78A-6CAB-4CF5-9CF8-0B35D2309FA0}" type="slidenum">
              <a:rPr lang="fr-FR" smtClean="0"/>
              <a:t>‹#›</a:t>
            </a:fld>
            <a:endParaRPr lang="fr-FR"/>
          </a:p>
        </p:txBody>
      </p:sp>
    </p:spTree>
    <p:extLst>
      <p:ext uri="{BB962C8B-B14F-4D97-AF65-F5344CB8AC3E}">
        <p14:creationId xmlns:p14="http://schemas.microsoft.com/office/powerpoint/2010/main" val="1721090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5"/>
            <a:ext cx="10627828" cy="2084551"/>
          </a:xfrm>
        </p:spPr>
        <p:txBody>
          <a:bodyPr anchor="t" anchorCtr="0">
            <a:noAutofit/>
          </a:bodyPr>
          <a:lstStyle>
            <a:lvl1pPr>
              <a:defRPr sz="6000" cap="all" baseline="0">
                <a:solidFill>
                  <a:schemeClr val="tx1"/>
                </a:solidFill>
              </a:defRPr>
            </a:lvl1pPr>
          </a:lstStyle>
          <a:p>
            <a:r>
              <a:rPr lang="en-US"/>
              <a:t>Click to edit Master title style</a:t>
            </a:r>
            <a:endParaRPr lang="en-US" dirty="0"/>
          </a:p>
        </p:txBody>
      </p:sp>
      <p:sp>
        <p:nvSpPr>
          <p:cNvPr id="7" name="Content Placeholder 7">
            <a:extLst>
              <a:ext uri="{FF2B5EF4-FFF2-40B4-BE49-F238E27FC236}">
                <a16:creationId xmlns:a16="http://schemas.microsoft.com/office/drawing/2014/main" id="{419A5DD2-B3B3-D9BF-1A71-B20742D142B9}"/>
              </a:ext>
            </a:extLst>
          </p:cNvPr>
          <p:cNvSpPr>
            <a:spLocks noGrp="1"/>
          </p:cNvSpPr>
          <p:nvPr>
            <p:ph sz="quarter" idx="13"/>
          </p:nvPr>
        </p:nvSpPr>
        <p:spPr>
          <a:xfrm>
            <a:off x="1088134" y="3276600"/>
            <a:ext cx="10627829" cy="3162300"/>
          </a:xfrm>
        </p:spPr>
        <p:txBody>
          <a:bodyPr/>
          <a:lstStyle>
            <a:lvl1pPr marL="0" indent="0">
              <a:lnSpc>
                <a:spcPct val="100000"/>
              </a:lnSpc>
              <a:buNone/>
              <a:defRPr>
                <a:solidFill>
                  <a:schemeClr val="tx1"/>
                </a:solidFill>
              </a:defRPr>
            </a:lvl1pPr>
            <a:lvl2pPr marL="228600" indent="0">
              <a:lnSpc>
                <a:spcPct val="100000"/>
              </a:lnSpc>
              <a:buNone/>
              <a:defRPr>
                <a:solidFill>
                  <a:schemeClr val="tx1"/>
                </a:solidFill>
              </a:defRPr>
            </a:lvl2pPr>
            <a:lvl3pPr marL="457200" indent="0">
              <a:lnSpc>
                <a:spcPct val="100000"/>
              </a:lnSpc>
              <a:buNone/>
              <a:defRPr>
                <a:solidFill>
                  <a:schemeClr val="tx1"/>
                </a:solidFill>
              </a:defRPr>
            </a:lvl3pPr>
            <a:lvl4pPr marL="685800" indent="0">
              <a:lnSpc>
                <a:spcPct val="100000"/>
              </a:lnSpc>
              <a:buNone/>
              <a:defRPr>
                <a:solidFill>
                  <a:schemeClr val="tx1"/>
                </a:solidFill>
              </a:defRPr>
            </a:lvl4pPr>
            <a:lvl5pPr marL="914400" indent="0">
              <a:lnSpc>
                <a:spcPct val="100000"/>
              </a:lnSpc>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fr-F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B60D584-5631-4EF0-A815-1723A6BD33C2}" type="datetimeFigureOut">
              <a:rPr lang="fr-FR" smtClean="0"/>
              <a:t>19/09/2026</a:t>
            </a:fld>
            <a:endParaRPr lang="fr-F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7EDFE78A-6CAB-4CF5-9CF8-0B35D2309FA0}" type="slidenum">
              <a:rPr lang="fr-FR" smtClean="0"/>
              <a:t>‹#›</a:t>
            </a:fld>
            <a:endParaRPr lang="fr-FR"/>
          </a:p>
        </p:txBody>
      </p:sp>
      <p:cxnSp>
        <p:nvCxnSpPr>
          <p:cNvPr id="3" name="Straight Connector 2">
            <a:extLst>
              <a:ext uri="{FF2B5EF4-FFF2-40B4-BE49-F238E27FC236}">
                <a16:creationId xmlns:a16="http://schemas.microsoft.com/office/drawing/2014/main" id="{6DCA1022-3377-EB7D-8261-EDD841636BE3}"/>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0713596"/>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6"/>
            <a:ext cx="8430767" cy="1842020"/>
          </a:xfrm>
        </p:spPr>
        <p:txBody>
          <a:bodyPr anchor="t" anchorCtr="0">
            <a:noAutofit/>
          </a:bodyPr>
          <a:lstStyle>
            <a:lvl1pPr>
              <a:defRPr sz="6000" cap="all" baseline="0">
                <a:solidFill>
                  <a:schemeClr val="tx1"/>
                </a:solidFill>
              </a:defRPr>
            </a:lvl1p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C06F55DC-E754-4B2B-C0AE-962C82565D0D}"/>
              </a:ext>
            </a:extLst>
          </p:cNvPr>
          <p:cNvSpPr>
            <a:spLocks noGrp="1"/>
          </p:cNvSpPr>
          <p:nvPr>
            <p:ph sz="quarter" idx="14"/>
          </p:nvPr>
        </p:nvSpPr>
        <p:spPr>
          <a:xfrm>
            <a:off x="1077213" y="4246692"/>
            <a:ext cx="8430639" cy="1608008"/>
          </a:xfrm>
        </p:spPr>
        <p:txBody>
          <a:bodyPr anchor="b">
            <a:noAutofit/>
          </a:bodyPr>
          <a:lstStyle>
            <a:lvl1pPr marL="0" indent="0">
              <a:lnSpc>
                <a:spcPct val="100000"/>
              </a:lnSpc>
              <a:buNone/>
              <a:defRPr sz="2000">
                <a:solidFill>
                  <a:schemeClr val="tx1"/>
                </a:solidFill>
              </a:defRPr>
            </a:lvl1pPr>
            <a:lvl2pPr marL="228600" indent="0">
              <a:lnSpc>
                <a:spcPct val="100000"/>
              </a:lnSpc>
              <a:buNone/>
              <a:defRPr sz="2000">
                <a:solidFill>
                  <a:schemeClr val="tx1"/>
                </a:solidFill>
              </a:defRPr>
            </a:lvl2pPr>
            <a:lvl3pPr marL="457200" indent="0">
              <a:lnSpc>
                <a:spcPct val="100000"/>
              </a:lnSpc>
              <a:buNone/>
              <a:defRPr sz="2000">
                <a:solidFill>
                  <a:schemeClr val="tx1"/>
                </a:solidFill>
              </a:defRPr>
            </a:lvl3pPr>
            <a:lvl4pPr marL="685800" indent="0">
              <a:lnSpc>
                <a:spcPct val="100000"/>
              </a:lnSpc>
              <a:buNone/>
              <a:defRPr sz="2000">
                <a:solidFill>
                  <a:schemeClr val="tx1"/>
                </a:solidFill>
              </a:defRPr>
            </a:lvl4pPr>
            <a:lvl5pPr marL="914400" indent="0">
              <a:lnSpc>
                <a:spcPct val="100000"/>
              </a:lnSpc>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fr-F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B60D584-5631-4EF0-A815-1723A6BD33C2}" type="datetimeFigureOut">
              <a:rPr lang="fr-FR" smtClean="0"/>
              <a:t>19/09/2026</a:t>
            </a:fld>
            <a:endParaRPr lang="fr-F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7EDFE78A-6CAB-4CF5-9CF8-0B35D2309FA0}" type="slidenum">
              <a:rPr lang="fr-FR" smtClean="0"/>
              <a:t>‹#›</a:t>
            </a:fld>
            <a:endParaRPr lang="fr-FR"/>
          </a:p>
        </p:txBody>
      </p:sp>
      <p:cxnSp>
        <p:nvCxnSpPr>
          <p:cNvPr id="3" name="Straight Connector 2">
            <a:extLst>
              <a:ext uri="{FF2B5EF4-FFF2-40B4-BE49-F238E27FC236}">
                <a16:creationId xmlns:a16="http://schemas.microsoft.com/office/drawing/2014/main" id="{FC829929-F774-AF4E-F1BE-2DA3C43D0DAC}"/>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1503152"/>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44E33-0C25-F971-EFAC-B0B3C55966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3" name="Subtitle 2">
            <a:extLst>
              <a:ext uri="{FF2B5EF4-FFF2-40B4-BE49-F238E27FC236}">
                <a16:creationId xmlns:a16="http://schemas.microsoft.com/office/drawing/2014/main" id="{F46624A3-7846-E11C-7EF2-AF27F1AFE1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a:extLst>
              <a:ext uri="{FF2B5EF4-FFF2-40B4-BE49-F238E27FC236}">
                <a16:creationId xmlns:a16="http://schemas.microsoft.com/office/drawing/2014/main" id="{173C76BD-DD8A-1429-BEE1-9FB4DD056B8E}"/>
              </a:ext>
            </a:extLst>
          </p:cNvPr>
          <p:cNvSpPr>
            <a:spLocks noGrp="1"/>
          </p:cNvSpPr>
          <p:nvPr>
            <p:ph type="dt" sz="half" idx="10"/>
          </p:nvPr>
        </p:nvSpPr>
        <p:spPr/>
        <p:txBody>
          <a:bodyPr/>
          <a:lstStyle/>
          <a:p>
            <a:fld id="{BB60D584-5631-4EF0-A815-1723A6BD33C2}" type="datetimeFigureOut">
              <a:rPr lang="fr-FR" smtClean="0"/>
              <a:t>19/09/2026</a:t>
            </a:fld>
            <a:endParaRPr lang="fr-FR"/>
          </a:p>
        </p:txBody>
      </p:sp>
      <p:sp>
        <p:nvSpPr>
          <p:cNvPr id="5" name="Footer Placeholder 4">
            <a:extLst>
              <a:ext uri="{FF2B5EF4-FFF2-40B4-BE49-F238E27FC236}">
                <a16:creationId xmlns:a16="http://schemas.microsoft.com/office/drawing/2014/main" id="{7927D618-F52B-E08A-8CE5-9B6B533D1D7F}"/>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08674E61-84BD-7C8D-97A2-0127E2324AA3}"/>
              </a:ext>
            </a:extLst>
          </p:cNvPr>
          <p:cNvSpPr>
            <a:spLocks noGrp="1"/>
          </p:cNvSpPr>
          <p:nvPr>
            <p:ph type="sldNum" sz="quarter" idx="12"/>
          </p:nvPr>
        </p:nvSpPr>
        <p:spPr/>
        <p:txBody>
          <a:bodyPr/>
          <a:lstStyle/>
          <a:p>
            <a:fld id="{7EDFE78A-6CAB-4CF5-9CF8-0B35D2309FA0}" type="slidenum">
              <a:rPr lang="fr-FR" smtClean="0"/>
              <a:t>‹#›</a:t>
            </a:fld>
            <a:endParaRPr lang="fr-FR"/>
          </a:p>
        </p:txBody>
      </p:sp>
    </p:spTree>
    <p:extLst>
      <p:ext uri="{BB962C8B-B14F-4D97-AF65-F5344CB8AC3E}">
        <p14:creationId xmlns:p14="http://schemas.microsoft.com/office/powerpoint/2010/main" val="33466772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Title 2">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420792" y="459253"/>
            <a:ext cx="5658468" cy="2691359"/>
          </a:xfrm>
        </p:spPr>
        <p:txBody>
          <a:bodyPr/>
          <a:lstStyle>
            <a:lvl1pPr>
              <a:defRPr sz="4600"/>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19456"/>
            <a:ext cx="2504049" cy="338328"/>
          </a:xfrm>
        </p:spPr>
        <p:txBody>
          <a:bodyPr/>
          <a:lstStyle>
            <a:lvl1pPr>
              <a:defRPr>
                <a:solidFill>
                  <a:schemeClr val="tx1"/>
                </a:solidFill>
              </a:defRPr>
            </a:lvl1pPr>
          </a:lstStyle>
          <a:p>
            <a:endParaRPr lang="fr-F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19456"/>
            <a:ext cx="1146383" cy="338328"/>
          </a:xfrm>
        </p:spPr>
        <p:txBody>
          <a:bodyPr/>
          <a:lstStyle>
            <a:lvl1pPr>
              <a:defRPr>
                <a:solidFill>
                  <a:schemeClr val="tx1"/>
                </a:solidFill>
              </a:defRPr>
            </a:lvl1pPr>
          </a:lstStyle>
          <a:p>
            <a:fld id="{BB60D584-5631-4EF0-A815-1723A6BD33C2}" type="datetimeFigureOut">
              <a:rPr lang="fr-FR" smtClean="0"/>
              <a:t>19/09/2026</a:t>
            </a:fld>
            <a:endParaRPr lang="fr-F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7EDFE78A-6CAB-4CF5-9CF8-0B35D2309FA0}" type="slidenum">
              <a:rPr lang="fr-FR" smtClean="0"/>
              <a:t>‹#›</a:t>
            </a:fld>
            <a:endParaRPr lang="fr-FR"/>
          </a:p>
        </p:txBody>
      </p:sp>
    </p:spTree>
    <p:extLst>
      <p:ext uri="{BB962C8B-B14F-4D97-AF65-F5344CB8AC3E}">
        <p14:creationId xmlns:p14="http://schemas.microsoft.com/office/powerpoint/2010/main" val="10717971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E2389-9355-9034-14F2-477DD5B58498}"/>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B9615DB1-1B1D-B3B4-8E87-A90108E61E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9BA8F57E-8C08-7907-9FB9-31C3F0BF4E06}"/>
              </a:ext>
            </a:extLst>
          </p:cNvPr>
          <p:cNvSpPr>
            <a:spLocks noGrp="1"/>
          </p:cNvSpPr>
          <p:nvPr>
            <p:ph type="dt" sz="half" idx="10"/>
          </p:nvPr>
        </p:nvSpPr>
        <p:spPr/>
        <p:txBody>
          <a:bodyPr/>
          <a:lstStyle/>
          <a:p>
            <a:fld id="{BB60D584-5631-4EF0-A815-1723A6BD33C2}" type="datetimeFigureOut">
              <a:rPr lang="fr-FR" smtClean="0"/>
              <a:t>19/09/2026</a:t>
            </a:fld>
            <a:endParaRPr lang="fr-FR"/>
          </a:p>
        </p:txBody>
      </p:sp>
      <p:sp>
        <p:nvSpPr>
          <p:cNvPr id="5" name="Footer Placeholder 4">
            <a:extLst>
              <a:ext uri="{FF2B5EF4-FFF2-40B4-BE49-F238E27FC236}">
                <a16:creationId xmlns:a16="http://schemas.microsoft.com/office/drawing/2014/main" id="{E58DFF06-7A6D-BF6A-5C74-B07563CE35B7}"/>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4260E567-3378-FBDE-82E4-5086F6C74683}"/>
              </a:ext>
            </a:extLst>
          </p:cNvPr>
          <p:cNvSpPr>
            <a:spLocks noGrp="1"/>
          </p:cNvSpPr>
          <p:nvPr>
            <p:ph type="sldNum" sz="quarter" idx="12"/>
          </p:nvPr>
        </p:nvSpPr>
        <p:spPr/>
        <p:txBody>
          <a:bodyPr/>
          <a:lstStyle/>
          <a:p>
            <a:fld id="{7EDFE78A-6CAB-4CF5-9CF8-0B35D2309FA0}" type="slidenum">
              <a:rPr lang="fr-FR" smtClean="0"/>
              <a:t>‹#›</a:t>
            </a:fld>
            <a:endParaRPr lang="fr-FR"/>
          </a:p>
        </p:txBody>
      </p:sp>
    </p:spTree>
    <p:extLst>
      <p:ext uri="{BB962C8B-B14F-4D97-AF65-F5344CB8AC3E}">
        <p14:creationId xmlns:p14="http://schemas.microsoft.com/office/powerpoint/2010/main" val="863228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93598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119745"/>
            <a:ext cx="9922764" cy="416675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88136" y="6438900"/>
            <a:ext cx="8562760" cy="419100"/>
          </a:xfrm>
          <a:prstGeom prst="rect">
            <a:avLst/>
          </a:prstGeom>
        </p:spPr>
        <p:txBody>
          <a:bodyPr vert="horz" lIns="91440" tIns="45720" rIns="91440" bIns="45720" rtlCol="0" anchor="ctr"/>
          <a:lstStyle>
            <a:lvl1pPr algn="l" rtl="0">
              <a:defRPr sz="900">
                <a:solidFill>
                  <a:schemeClr val="tx1"/>
                </a:solidFill>
              </a:defRPr>
            </a:lvl1pPr>
          </a:lstStyle>
          <a:p>
            <a:endParaRPr lang="fr-FR"/>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9650896" y="6438900"/>
            <a:ext cx="864704" cy="419100"/>
          </a:xfrm>
          <a:prstGeom prst="rect">
            <a:avLst/>
          </a:prstGeom>
        </p:spPr>
        <p:txBody>
          <a:bodyPr vert="horz" lIns="91440" tIns="45720" rIns="91440" bIns="45720" rtlCol="0" anchor="ctr"/>
          <a:lstStyle>
            <a:lvl1pPr algn="l" rtl="0">
              <a:defRPr sz="900">
                <a:solidFill>
                  <a:schemeClr val="tx1"/>
                </a:solidFill>
              </a:defRPr>
            </a:lvl1pPr>
          </a:lstStyle>
          <a:p>
            <a:fld id="{BB60D584-5631-4EF0-A815-1723A6BD33C2}" type="datetimeFigureOut">
              <a:rPr lang="fr-FR" smtClean="0"/>
              <a:t>19/09/2026</a:t>
            </a:fld>
            <a:endParaRPr lang="fr-FR"/>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523764" y="6438900"/>
            <a:ext cx="601436" cy="419100"/>
          </a:xfrm>
          <a:prstGeom prst="rect">
            <a:avLst/>
          </a:prstGeom>
        </p:spPr>
        <p:txBody>
          <a:bodyPr vert="horz" lIns="91440" tIns="45720" rIns="91440" bIns="45720" rtlCol="0" anchor="ctr"/>
          <a:lstStyle>
            <a:lvl1pPr algn="r" rtl="0">
              <a:defRPr sz="900">
                <a:solidFill>
                  <a:schemeClr val="tx1"/>
                </a:solidFill>
              </a:defRPr>
            </a:lvl1pPr>
          </a:lstStyle>
          <a:p>
            <a:fld id="{7EDFE78A-6CAB-4CF5-9CF8-0B35D2309FA0}" type="slidenum">
              <a:rPr lang="fr-FR" smtClean="0"/>
              <a:t>‹#›</a:t>
            </a:fld>
            <a:endParaRPr lang="fr-FR"/>
          </a:p>
        </p:txBody>
      </p:sp>
    </p:spTree>
    <p:extLst>
      <p:ext uri="{BB962C8B-B14F-4D97-AF65-F5344CB8AC3E}">
        <p14:creationId xmlns:p14="http://schemas.microsoft.com/office/powerpoint/2010/main" val="19051408"/>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Lst>
  <p:txStyles>
    <p:titleStyle>
      <a:lvl1pPr algn="l" defTabSz="914400" rtl="0" eaLnBrk="1" latinLnBrk="0" hangingPunct="1">
        <a:lnSpc>
          <a:spcPct val="85000"/>
        </a:lnSpc>
        <a:spcBef>
          <a:spcPct val="0"/>
        </a:spcBef>
        <a:buNone/>
        <a:defRPr sz="3600" b="1" kern="1200" cap="all" baseline="0">
          <a:solidFill>
            <a:schemeClr val="tx1"/>
          </a:solidFill>
          <a:latin typeface="+mj-lt"/>
          <a:ea typeface="+mj-ea"/>
          <a:cs typeface="+mj-cs"/>
        </a:defRPr>
      </a:lvl1pPr>
    </p:titleStyle>
    <p:bodyStyle>
      <a:lvl1pPr marL="0" indent="0" algn="l" defTabSz="914400" rtl="0" eaLnBrk="1" latinLnBrk="0" hangingPunct="1">
        <a:lnSpc>
          <a:spcPct val="130000"/>
        </a:lnSpc>
        <a:spcBef>
          <a:spcPts val="0"/>
        </a:spcBef>
        <a:buFont typeface="Neue Haas Grotesk Text Pro" panose="020B0504020202020204" pitchFamily="34" charset="0"/>
        <a:buNone/>
        <a:defRPr sz="1600" kern="1200">
          <a:solidFill>
            <a:schemeClr val="tx1"/>
          </a:solidFill>
          <a:latin typeface="+mn-lt"/>
          <a:ea typeface="+mn-ea"/>
          <a:cs typeface="+mn-cs"/>
        </a:defRPr>
      </a:lvl1pPr>
      <a:lvl2pPr marL="5029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2pPr>
      <a:lvl3pPr marL="7315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4pPr>
      <a:lvl5pPr marL="128016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744">
          <p15:clr>
            <a:srgbClr val="F26B43"/>
          </p15:clr>
        </p15:guide>
        <p15:guide id="6">
          <p15:clr>
            <a:srgbClr val="F26B43"/>
          </p15:clr>
        </p15:guide>
        <p15:guide id="8" pos="6936">
          <p15:clr>
            <a:srgbClr val="F26B43"/>
          </p15:clr>
        </p15:guide>
        <p15:guide id="10" orient="horz" pos="720">
          <p15:clr>
            <a:srgbClr val="F26B43"/>
          </p15:clr>
        </p15:guide>
        <p15:guide id="14" pos="6624">
          <p15:clr>
            <a:srgbClr val="F26B43"/>
          </p15:clr>
        </p15:guide>
        <p15:guide id="22" orient="horz" pos="360">
          <p15:clr>
            <a:srgbClr val="F26B43"/>
          </p15:clr>
        </p15:guide>
        <p15:guide id="23" orient="horz" pos="3960">
          <p15:clr>
            <a:srgbClr val="F26B43"/>
          </p15:clr>
        </p15:guide>
        <p15:guide id="24" orient="horz" pos="2160">
          <p15:clr>
            <a:srgbClr val="F26B43"/>
          </p15:clr>
        </p15:guide>
        <p15:guide id="25" pos="7680">
          <p15:clr>
            <a:srgbClr val="F26B43"/>
          </p15:clr>
        </p15:guide>
        <p15:guide id="26" pos="3840">
          <p15:clr>
            <a:srgbClr val="F26B43"/>
          </p15:clr>
        </p15:guide>
        <p15:guide id="27" pos="6168">
          <p15:clr>
            <a:srgbClr val="F26B43"/>
          </p15:clr>
        </p15:guide>
        <p15:guide id="28" pos="672">
          <p15:clr>
            <a:srgbClr val="F26B43"/>
          </p15:clr>
        </p15:guide>
        <p15:guide id="29" pos="7008">
          <p15:clr>
            <a:srgbClr val="F26B43"/>
          </p15:clr>
        </p15:guide>
        <p15:guide id="30" orient="horz" pos="4056">
          <p15:clr>
            <a:srgbClr val="F26B43"/>
          </p15:clr>
        </p15:guide>
        <p15:guide id="31" orient="horz" pos="36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hyperlink" Target="https://www.kaggle.com/datasets/bhaskerpaul/sales-and-marketing-dataset?utm_source=chatgpt.com" TargetMode="External"/><Relationship Id="rId2" Type="http://schemas.openxmlformats.org/officeDocument/2006/relationships/slideLayout" Target="../slideLayouts/slideLayout28.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5.xml"/><Relationship Id="rId1" Type="http://schemas.openxmlformats.org/officeDocument/2006/relationships/themeOverride" Target="../theme/themeOverride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hemeOverride" Target="../theme/themeOverride4.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themeOverride" Target="../theme/themeOverr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2" Type="http://schemas.openxmlformats.org/officeDocument/2006/relationships/hyperlink" Target="https://salesmarketingcleaned-n2zaorxamdusvyqseygfnl.streamlit.app/" TargetMode="External"/><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0.xml"/><Relationship Id="rId1" Type="http://schemas.openxmlformats.org/officeDocument/2006/relationships/themeOverride" Target="../theme/themeOverride6.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themeOverride" Target="../theme/themeOverrid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50FA7-0DF9-1697-7CDC-D681E72306D1}"/>
              </a:ext>
            </a:extLst>
          </p:cNvPr>
          <p:cNvSpPr>
            <a:spLocks noGrp="1"/>
          </p:cNvSpPr>
          <p:nvPr>
            <p:ph type="ctrTitle"/>
          </p:nvPr>
        </p:nvSpPr>
        <p:spPr>
          <a:xfrm>
            <a:off x="1524000" y="324465"/>
            <a:ext cx="9144000" cy="3104535"/>
          </a:xfrm>
        </p:spPr>
        <p:txBody>
          <a:bodyPr>
            <a:normAutofit/>
          </a:bodyPr>
          <a:lstStyle/>
          <a:p>
            <a:pPr algn="ctr"/>
            <a:r>
              <a:rPr lang="fr-FR" sz="6600" b="1" dirty="0">
                <a:ln>
                  <a:solidFill>
                    <a:srgbClr val="FF7C80"/>
                  </a:solidFill>
                </a:ln>
                <a:solidFill>
                  <a:schemeClr val="accent1"/>
                </a:solidFill>
                <a:latin typeface="Times New Roman" panose="02020603050405020304" pitchFamily="18" charset="0"/>
                <a:cs typeface="Times New Roman" panose="02020603050405020304" pitchFamily="18" charset="0"/>
              </a:rPr>
              <a:t>Sales and Marketing</a:t>
            </a:r>
          </a:p>
        </p:txBody>
      </p:sp>
      <p:sp>
        <p:nvSpPr>
          <p:cNvPr id="3" name="Subtitle 2">
            <a:extLst>
              <a:ext uri="{FF2B5EF4-FFF2-40B4-BE49-F238E27FC236}">
                <a16:creationId xmlns:a16="http://schemas.microsoft.com/office/drawing/2014/main" id="{E92D8129-8675-753A-C9BC-F19335A6C4F8}"/>
              </a:ext>
            </a:extLst>
          </p:cNvPr>
          <p:cNvSpPr>
            <a:spLocks noGrp="1"/>
          </p:cNvSpPr>
          <p:nvPr>
            <p:ph type="subTitle" idx="1"/>
          </p:nvPr>
        </p:nvSpPr>
        <p:spPr>
          <a:xfrm>
            <a:off x="1524000" y="4925568"/>
            <a:ext cx="9144000" cy="426720"/>
          </a:xfrm>
        </p:spPr>
        <p:txBody>
          <a:bodyPr>
            <a:normAutofit fontScale="47500" lnSpcReduction="20000"/>
          </a:bodyPr>
          <a:lstStyle/>
          <a:p>
            <a:pPr algn="r">
              <a:lnSpc>
                <a:spcPct val="85000"/>
              </a:lnSpc>
              <a:spcBef>
                <a:spcPct val="0"/>
              </a:spcBef>
            </a:pPr>
            <a:r>
              <a:rPr lang="fr-FR" sz="6600" b="1" spc="-110" dirty="0" err="1">
                <a:ln>
                  <a:solidFill>
                    <a:srgbClr val="FF7C80"/>
                  </a:solidFill>
                </a:ln>
                <a:solidFill>
                  <a:schemeClr val="accent2">
                    <a:lumMod val="75000"/>
                  </a:schemeClr>
                </a:solidFill>
                <a:latin typeface="Times New Roman" panose="02020603050405020304" pitchFamily="18" charset="0"/>
                <a:ea typeface="+mj-ea"/>
                <a:cs typeface="Times New Roman" panose="02020603050405020304" pitchFamily="18" charset="0"/>
              </a:rPr>
              <a:t>Prepared</a:t>
            </a:r>
            <a:r>
              <a:rPr lang="fr-FR" sz="6600" b="1" spc="-110" dirty="0">
                <a:ln>
                  <a:solidFill>
                    <a:srgbClr val="FF7C80"/>
                  </a:solidFill>
                </a:ln>
                <a:solidFill>
                  <a:schemeClr val="accent2">
                    <a:lumMod val="75000"/>
                  </a:schemeClr>
                </a:solidFill>
                <a:latin typeface="Times New Roman" panose="02020603050405020304" pitchFamily="18" charset="0"/>
                <a:ea typeface="+mj-ea"/>
                <a:cs typeface="Times New Roman" panose="02020603050405020304" pitchFamily="18" charset="0"/>
              </a:rPr>
              <a:t> by : George Adel</a:t>
            </a:r>
          </a:p>
        </p:txBody>
      </p:sp>
    </p:spTree>
    <p:extLst>
      <p:ext uri="{BB962C8B-B14F-4D97-AF65-F5344CB8AC3E}">
        <p14:creationId xmlns:p14="http://schemas.microsoft.com/office/powerpoint/2010/main" val="295446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01788FD-5296-6672-DB16-6B77B2833B89}"/>
              </a:ext>
            </a:extLst>
          </p:cNvPr>
          <p:cNvSpPr txBox="1"/>
          <p:nvPr/>
        </p:nvSpPr>
        <p:spPr>
          <a:xfrm>
            <a:off x="0" y="0"/>
            <a:ext cx="12123174" cy="5940088"/>
          </a:xfrm>
          <a:prstGeom prst="rect">
            <a:avLst/>
          </a:prstGeom>
          <a:noFill/>
        </p:spPr>
        <p:txBody>
          <a:bodyPr wrap="square">
            <a:spAutoFit/>
          </a:bodyPr>
          <a:lstStyle/>
          <a:p>
            <a:pPr marL="0" marR="0" indent="0" algn="l" fontAlgn="base">
              <a:spcAft>
                <a:spcPts val="1200"/>
              </a:spcAft>
              <a:buNone/>
            </a:pPr>
            <a:r>
              <a:rPr lang="en-US" sz="4000" b="0" i="0" dirty="0">
                <a:solidFill>
                  <a:schemeClr val="tx1"/>
                </a:solidFill>
                <a:effectLst/>
                <a:latin typeface="+mn-lt"/>
              </a:rPr>
              <a:t>Dataset Shape</a:t>
            </a:r>
          </a:p>
          <a:p>
            <a:pPr marL="0" marR="0" indent="0" algn="l" fontAlgn="base">
              <a:spcAft>
                <a:spcPts val="1200"/>
              </a:spcAft>
              <a:buNone/>
            </a:pPr>
            <a:r>
              <a:rPr lang="en-US" sz="4000" b="0" i="0" dirty="0">
                <a:solidFill>
                  <a:schemeClr val="tx1"/>
                </a:solidFill>
                <a:effectLst/>
                <a:latin typeface="+mn-lt"/>
              </a:rPr>
              <a:t>Rows: 15,000</a:t>
            </a:r>
          </a:p>
          <a:p>
            <a:pPr marL="0" marR="0" indent="0" algn="l" fontAlgn="base">
              <a:spcAft>
                <a:spcPts val="1200"/>
              </a:spcAft>
              <a:buNone/>
            </a:pPr>
            <a:r>
              <a:rPr lang="en-US" sz="4000" b="0" i="0" dirty="0">
                <a:solidFill>
                  <a:schemeClr val="tx1"/>
                </a:solidFill>
                <a:effectLst/>
                <a:latin typeface="+mn-lt"/>
              </a:rPr>
              <a:t>Columns: 30</a:t>
            </a:r>
          </a:p>
          <a:p>
            <a:pPr marL="0" marR="0" indent="0" algn="l" fontAlgn="base">
              <a:spcAft>
                <a:spcPts val="1200"/>
              </a:spcAft>
              <a:buNone/>
            </a:pPr>
            <a:endParaRPr lang="en-US" sz="4000" dirty="0"/>
          </a:p>
          <a:p>
            <a:pPr marL="0" marR="0" indent="0" algn="l" fontAlgn="base">
              <a:spcAft>
                <a:spcPts val="1200"/>
              </a:spcAft>
              <a:buNone/>
            </a:pPr>
            <a:endParaRPr lang="en-US" sz="4000" b="0" i="0" dirty="0">
              <a:solidFill>
                <a:srgbClr val="3C4043"/>
              </a:solidFill>
              <a:effectLst/>
              <a:latin typeface="Inter"/>
            </a:endParaRPr>
          </a:p>
          <a:p>
            <a:pPr marL="0" marR="0" indent="0" algn="l" fontAlgn="base">
              <a:spcAft>
                <a:spcPts val="1200"/>
              </a:spcAft>
              <a:buNone/>
            </a:pPr>
            <a:r>
              <a:rPr lang="en-US" sz="4000" b="0" i="0" dirty="0">
                <a:solidFill>
                  <a:srgbClr val="3C4043"/>
                </a:solidFill>
                <a:effectLst/>
                <a:latin typeface="Inter"/>
                <a:hlinkClick r:id="rId3"/>
              </a:rPr>
              <a:t>https://www.kaggle.com/datasets/bhaskerpaul/sales-and-marketing-dataset?utm_source=chatgpt.com</a:t>
            </a:r>
            <a:endParaRPr lang="en-US" sz="4000" dirty="0">
              <a:solidFill>
                <a:srgbClr val="3C4043"/>
              </a:solidFill>
              <a:latin typeface="Inter"/>
            </a:endParaRPr>
          </a:p>
          <a:p>
            <a:pPr marL="0" marR="0" indent="0" algn="l" fontAlgn="base">
              <a:spcAft>
                <a:spcPts val="1200"/>
              </a:spcAft>
              <a:buNone/>
            </a:pPr>
            <a:endParaRPr lang="en-US" sz="4000" b="0" i="0" dirty="0">
              <a:solidFill>
                <a:srgbClr val="3C4043"/>
              </a:solidFill>
              <a:effectLst/>
              <a:latin typeface="Inter"/>
            </a:endParaRPr>
          </a:p>
        </p:txBody>
      </p:sp>
    </p:spTree>
    <p:extLst>
      <p:ext uri="{BB962C8B-B14F-4D97-AF65-F5344CB8AC3E}">
        <p14:creationId xmlns:p14="http://schemas.microsoft.com/office/powerpoint/2010/main" val="382959984"/>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5DEBF-A121-7FA5-603C-F5FBAC4BE888}"/>
              </a:ext>
            </a:extLst>
          </p:cNvPr>
          <p:cNvSpPr>
            <a:spLocks noGrp="1"/>
          </p:cNvSpPr>
          <p:nvPr>
            <p:ph type="ctrTitle"/>
          </p:nvPr>
        </p:nvSpPr>
        <p:spPr>
          <a:xfrm>
            <a:off x="1523999" y="137652"/>
            <a:ext cx="9252155" cy="2861187"/>
          </a:xfrm>
        </p:spPr>
        <p:txBody>
          <a:bodyPr>
            <a:normAutofit fontScale="90000"/>
          </a:bodyPr>
          <a:lstStyle/>
          <a:p>
            <a:pPr fontAlgn="base"/>
            <a:r>
              <a:rPr lang="en-US" sz="2200" b="0" dirty="0"/>
              <a:t>Business Problem</a:t>
            </a:r>
            <a:br>
              <a:rPr lang="en-US" sz="2200" b="0" dirty="0"/>
            </a:br>
            <a:br>
              <a:rPr lang="en-US" sz="2200" b="0" dirty="0"/>
            </a:br>
            <a:r>
              <a:rPr lang="en-US" sz="2200" b="0" dirty="0"/>
              <a:t>Customer churn </a:t>
            </a:r>
            <a:br>
              <a:rPr lang="en-US" sz="2200" b="0" dirty="0"/>
            </a:br>
            <a:br>
              <a:rPr lang="en-US" sz="2200" b="0" dirty="0"/>
            </a:br>
            <a:r>
              <a:rPr lang="en-US" sz="2200" b="0" dirty="0"/>
              <a:t>The goal of this dataset is to help answer questions like:</a:t>
            </a:r>
            <a:br>
              <a:rPr lang="en-US" sz="2200" b="0" dirty="0"/>
            </a:br>
            <a:br>
              <a:rPr lang="en-US" b="0" dirty="0"/>
            </a:br>
            <a:endParaRPr lang="en-US" sz="3000" dirty="0"/>
          </a:p>
        </p:txBody>
      </p:sp>
      <p:sp>
        <p:nvSpPr>
          <p:cNvPr id="3" name="Subtitle 2">
            <a:extLst>
              <a:ext uri="{FF2B5EF4-FFF2-40B4-BE49-F238E27FC236}">
                <a16:creationId xmlns:a16="http://schemas.microsoft.com/office/drawing/2014/main" id="{8F8DDA20-01FA-8D42-E37E-0F8F51B87709}"/>
              </a:ext>
            </a:extLst>
          </p:cNvPr>
          <p:cNvSpPr>
            <a:spLocks noGrp="1"/>
          </p:cNvSpPr>
          <p:nvPr>
            <p:ph type="subTitle" idx="1"/>
          </p:nvPr>
        </p:nvSpPr>
        <p:spPr>
          <a:xfrm>
            <a:off x="1524000" y="3116826"/>
            <a:ext cx="9144000" cy="3274142"/>
          </a:xfrm>
        </p:spPr>
        <p:txBody>
          <a:bodyPr>
            <a:normAutofit fontScale="85000" lnSpcReduction="20000"/>
          </a:bodyPr>
          <a:lstStyle/>
          <a:p>
            <a:pPr fontAlgn="base"/>
            <a:r>
              <a:rPr lang="en-US" dirty="0"/>
              <a:t>Why do customers churn?</a:t>
            </a:r>
          </a:p>
          <a:p>
            <a:pPr fontAlgn="base"/>
            <a:endParaRPr lang="en-US" dirty="0"/>
          </a:p>
          <a:p>
            <a:pPr fontAlgn="base"/>
            <a:r>
              <a:rPr lang="en-US" dirty="0"/>
              <a:t>Which customers are most likely to churn?</a:t>
            </a:r>
          </a:p>
          <a:p>
            <a:pPr fontAlgn="base"/>
            <a:endParaRPr lang="en-US" dirty="0"/>
          </a:p>
          <a:p>
            <a:pPr fontAlgn="base"/>
            <a:r>
              <a:rPr lang="en-US" dirty="0"/>
              <a:t>Which acquisition channels bring the highest lifetime value?</a:t>
            </a:r>
          </a:p>
          <a:p>
            <a:pPr fontAlgn="base"/>
            <a:endParaRPr lang="en-US" dirty="0"/>
          </a:p>
          <a:p>
            <a:pPr fontAlgn="base"/>
            <a:r>
              <a:rPr lang="en-US" dirty="0"/>
              <a:t>How does customer satisfaction impact revenue?</a:t>
            </a:r>
          </a:p>
          <a:p>
            <a:pPr fontAlgn="base"/>
            <a:endParaRPr lang="en-US" dirty="0"/>
          </a:p>
          <a:p>
            <a:pPr fontAlgn="base"/>
            <a:r>
              <a:rPr lang="en-US" dirty="0"/>
              <a:t>Which marketing strategies reduce churn?</a:t>
            </a:r>
          </a:p>
          <a:p>
            <a:pPr algn="l"/>
            <a:endParaRPr lang="en-US" dirty="0"/>
          </a:p>
        </p:txBody>
      </p:sp>
    </p:spTree>
    <p:extLst>
      <p:ext uri="{BB962C8B-B14F-4D97-AF65-F5344CB8AC3E}">
        <p14:creationId xmlns:p14="http://schemas.microsoft.com/office/powerpoint/2010/main" val="3173396744"/>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21CBE-EF96-313F-49B7-DFD2E0EB558E}"/>
              </a:ext>
            </a:extLst>
          </p:cNvPr>
          <p:cNvSpPr>
            <a:spLocks noGrp="1"/>
          </p:cNvSpPr>
          <p:nvPr>
            <p:ph type="title"/>
          </p:nvPr>
        </p:nvSpPr>
        <p:spPr/>
        <p:txBody>
          <a:bodyPr/>
          <a:lstStyle/>
          <a:p>
            <a:r>
              <a:rPr lang="en-US" dirty="0"/>
              <a:t>Columns </a:t>
            </a:r>
          </a:p>
        </p:txBody>
      </p:sp>
      <p:sp>
        <p:nvSpPr>
          <p:cNvPr id="3" name="Content Placeholder 2">
            <a:extLst>
              <a:ext uri="{FF2B5EF4-FFF2-40B4-BE49-F238E27FC236}">
                <a16:creationId xmlns:a16="http://schemas.microsoft.com/office/drawing/2014/main" id="{EE897A23-48ED-4720-57A7-257BFD1F9134}"/>
              </a:ext>
            </a:extLst>
          </p:cNvPr>
          <p:cNvSpPr>
            <a:spLocks noGrp="1"/>
          </p:cNvSpPr>
          <p:nvPr>
            <p:ph idx="1"/>
          </p:nvPr>
        </p:nvSpPr>
        <p:spPr/>
        <p:txBody>
          <a:bodyPr/>
          <a:lstStyle/>
          <a:p>
            <a:r>
              <a:rPr lang="en-US" b="1" dirty="0"/>
              <a:t>1. Customer Demographics</a:t>
            </a:r>
          </a:p>
          <a:p>
            <a:endParaRPr lang="ar-EG" dirty="0"/>
          </a:p>
          <a:p>
            <a:endParaRPr lang="en-US" dirty="0"/>
          </a:p>
        </p:txBody>
      </p:sp>
      <p:pic>
        <p:nvPicPr>
          <p:cNvPr id="8" name="Picture 7">
            <a:extLst>
              <a:ext uri="{FF2B5EF4-FFF2-40B4-BE49-F238E27FC236}">
                <a16:creationId xmlns:a16="http://schemas.microsoft.com/office/drawing/2014/main" id="{5B187623-0F03-A513-BE3D-3E8EED8BF4C4}"/>
              </a:ext>
            </a:extLst>
          </p:cNvPr>
          <p:cNvPicPr>
            <a:picLocks noChangeAspect="1"/>
          </p:cNvPicPr>
          <p:nvPr/>
        </p:nvPicPr>
        <p:blipFill>
          <a:blip r:embed="rId2"/>
          <a:stretch>
            <a:fillRect/>
          </a:stretch>
        </p:blipFill>
        <p:spPr>
          <a:xfrm>
            <a:off x="335800" y="2249353"/>
            <a:ext cx="9278645" cy="3381847"/>
          </a:xfrm>
          <a:prstGeom prst="rect">
            <a:avLst/>
          </a:prstGeom>
        </p:spPr>
      </p:pic>
    </p:spTree>
    <p:extLst>
      <p:ext uri="{BB962C8B-B14F-4D97-AF65-F5344CB8AC3E}">
        <p14:creationId xmlns:p14="http://schemas.microsoft.com/office/powerpoint/2010/main" val="2111731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2AEDC2B-057A-8D69-ADE8-50F01CB2C677}"/>
              </a:ext>
            </a:extLst>
          </p:cNvPr>
          <p:cNvPicPr>
            <a:picLocks noGrp="1" noChangeAspect="1"/>
          </p:cNvPicPr>
          <p:nvPr>
            <p:ph idx="1"/>
          </p:nvPr>
        </p:nvPicPr>
        <p:blipFill>
          <a:blip r:embed="rId3"/>
          <a:stretch>
            <a:fillRect/>
          </a:stretch>
        </p:blipFill>
        <p:spPr>
          <a:xfrm>
            <a:off x="-7828" y="167148"/>
            <a:ext cx="12003093" cy="6558117"/>
          </a:xfrm>
          <a:prstGeom prst="rect">
            <a:avLst/>
          </a:prstGeom>
        </p:spPr>
      </p:pic>
    </p:spTree>
    <p:extLst>
      <p:ext uri="{BB962C8B-B14F-4D97-AF65-F5344CB8AC3E}">
        <p14:creationId xmlns:p14="http://schemas.microsoft.com/office/powerpoint/2010/main" val="35001198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98949B-4A23-60A5-1012-67842D492F64}"/>
              </a:ext>
            </a:extLst>
          </p:cNvPr>
          <p:cNvPicPr>
            <a:picLocks noChangeAspect="1"/>
          </p:cNvPicPr>
          <p:nvPr/>
        </p:nvPicPr>
        <p:blipFill>
          <a:blip r:embed="rId2"/>
          <a:stretch>
            <a:fillRect/>
          </a:stretch>
        </p:blipFill>
        <p:spPr>
          <a:xfrm>
            <a:off x="147484" y="78658"/>
            <a:ext cx="12044516" cy="6646607"/>
          </a:xfrm>
          <a:prstGeom prst="rect">
            <a:avLst/>
          </a:prstGeom>
        </p:spPr>
      </p:pic>
    </p:spTree>
    <p:extLst>
      <p:ext uri="{BB962C8B-B14F-4D97-AF65-F5344CB8AC3E}">
        <p14:creationId xmlns:p14="http://schemas.microsoft.com/office/powerpoint/2010/main" val="643320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7B67E4-1DEF-443B-618D-660CAB072C7E}"/>
              </a:ext>
            </a:extLst>
          </p:cNvPr>
          <p:cNvPicPr>
            <a:picLocks noChangeAspect="1"/>
          </p:cNvPicPr>
          <p:nvPr/>
        </p:nvPicPr>
        <p:blipFill>
          <a:blip r:embed="rId3"/>
          <a:stretch>
            <a:fillRect/>
          </a:stretch>
        </p:blipFill>
        <p:spPr>
          <a:xfrm>
            <a:off x="78287" y="137652"/>
            <a:ext cx="11990488" cy="6558116"/>
          </a:xfrm>
          <a:prstGeom prst="rect">
            <a:avLst/>
          </a:prstGeom>
        </p:spPr>
      </p:pic>
    </p:spTree>
    <p:extLst>
      <p:ext uri="{BB962C8B-B14F-4D97-AF65-F5344CB8AC3E}">
        <p14:creationId xmlns:p14="http://schemas.microsoft.com/office/powerpoint/2010/main" val="3033893087"/>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6EF481-023A-9D89-9C9B-2BD5D4A98E75}"/>
              </a:ext>
            </a:extLst>
          </p:cNvPr>
          <p:cNvPicPr>
            <a:picLocks noChangeAspect="1"/>
          </p:cNvPicPr>
          <p:nvPr/>
        </p:nvPicPr>
        <p:blipFill>
          <a:blip r:embed="rId2"/>
          <a:stretch>
            <a:fillRect/>
          </a:stretch>
        </p:blipFill>
        <p:spPr>
          <a:xfrm>
            <a:off x="69324" y="68826"/>
            <a:ext cx="11749050" cy="6550685"/>
          </a:xfrm>
          <a:prstGeom prst="rect">
            <a:avLst/>
          </a:prstGeom>
        </p:spPr>
      </p:pic>
    </p:spTree>
    <p:extLst>
      <p:ext uri="{BB962C8B-B14F-4D97-AF65-F5344CB8AC3E}">
        <p14:creationId xmlns:p14="http://schemas.microsoft.com/office/powerpoint/2010/main" val="3169209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862A1-721D-4596-A932-E896B29F8F64}"/>
              </a:ext>
            </a:extLst>
          </p:cNvPr>
          <p:cNvSpPr>
            <a:spLocks noGrp="1"/>
          </p:cNvSpPr>
          <p:nvPr>
            <p:ph type="title"/>
          </p:nvPr>
        </p:nvSpPr>
        <p:spPr>
          <a:xfrm>
            <a:off x="1417305" y="783717"/>
            <a:ext cx="9357389" cy="823857"/>
          </a:xfrm>
        </p:spPr>
        <p:txBody>
          <a:bodyPr/>
          <a:lstStyle/>
          <a:p>
            <a:pPr algn="ctr"/>
            <a:r>
              <a:rPr lang="fr-FR" sz="4800" b="1" dirty="0">
                <a:ln>
                  <a:solidFill>
                    <a:schemeClr val="tx1">
                      <a:lumMod val="75000"/>
                    </a:schemeClr>
                  </a:solidFill>
                </a:ln>
                <a:solidFill>
                  <a:srgbClr val="FFFF00"/>
                </a:solidFill>
                <a:cs typeface="Times New Roman" panose="02020603050405020304" pitchFamily="18" charset="0"/>
              </a:rPr>
              <a:t>Librairies</a:t>
            </a:r>
            <a:endParaRPr lang="fr-FR" b="1" dirty="0">
              <a:ln>
                <a:solidFill>
                  <a:schemeClr val="tx1">
                    <a:lumMod val="75000"/>
                  </a:schemeClr>
                </a:solidFill>
              </a:ln>
              <a:solidFill>
                <a:srgbClr val="FFFF00"/>
              </a:solidFill>
              <a:cs typeface="Times New Roman" panose="02020603050405020304" pitchFamily="18" charset="0"/>
            </a:endParaRPr>
          </a:p>
        </p:txBody>
      </p:sp>
      <p:sp>
        <p:nvSpPr>
          <p:cNvPr id="3" name="Content Placeholder 2">
            <a:extLst>
              <a:ext uri="{FF2B5EF4-FFF2-40B4-BE49-F238E27FC236}">
                <a16:creationId xmlns:a16="http://schemas.microsoft.com/office/drawing/2014/main" id="{F8EF34C2-8449-FDC2-76DE-E58784670222}"/>
              </a:ext>
            </a:extLst>
          </p:cNvPr>
          <p:cNvSpPr>
            <a:spLocks noGrp="1"/>
          </p:cNvSpPr>
          <p:nvPr>
            <p:ph type="subTitle" idx="1"/>
          </p:nvPr>
        </p:nvSpPr>
        <p:spPr>
          <a:xfrm>
            <a:off x="870154" y="1917290"/>
            <a:ext cx="10545097" cy="4380271"/>
          </a:xfrm>
        </p:spPr>
        <p:txBody>
          <a:bodyPr>
            <a:normAutofit/>
          </a:bodyPr>
          <a:lstStyle/>
          <a:p>
            <a:pPr marL="0" indent="0">
              <a:buNone/>
            </a:pPr>
            <a:r>
              <a:rPr lang="fr-FR" sz="4000" b="1" dirty="0">
                <a:ln>
                  <a:solidFill>
                    <a:srgbClr val="FFFF00"/>
                  </a:solidFill>
                </a:ln>
                <a:solidFill>
                  <a:sysClr val="windowText" lastClr="000000"/>
                </a:solidFill>
                <a:cs typeface="Times New Roman" panose="02020603050405020304" pitchFamily="18" charset="0"/>
              </a:rPr>
              <a:t>1- </a:t>
            </a:r>
            <a:r>
              <a:rPr lang="fr-FR" sz="4000" b="1" dirty="0" err="1">
                <a:ln>
                  <a:solidFill>
                    <a:srgbClr val="FFFF00"/>
                  </a:solidFill>
                </a:ln>
                <a:solidFill>
                  <a:sysClr val="windowText" lastClr="000000"/>
                </a:solidFill>
                <a:cs typeface="Times New Roman" panose="02020603050405020304" pitchFamily="18" charset="0"/>
              </a:rPr>
              <a:t>Numpy</a:t>
            </a:r>
            <a:r>
              <a:rPr lang="fr-FR" sz="4000" b="1" dirty="0">
                <a:ln>
                  <a:solidFill>
                    <a:srgbClr val="FFFF00"/>
                  </a:solidFill>
                </a:ln>
                <a:solidFill>
                  <a:sysClr val="windowText" lastClr="000000"/>
                </a:solidFill>
                <a:cs typeface="Times New Roman" panose="02020603050405020304" pitchFamily="18" charset="0"/>
              </a:rPr>
              <a:t> </a:t>
            </a:r>
          </a:p>
          <a:p>
            <a:pPr marL="0" indent="0">
              <a:buNone/>
            </a:pPr>
            <a:r>
              <a:rPr lang="fr-FR" sz="4000" b="1" dirty="0">
                <a:ln>
                  <a:solidFill>
                    <a:srgbClr val="FFFF00"/>
                  </a:solidFill>
                </a:ln>
                <a:solidFill>
                  <a:sysClr val="windowText" lastClr="000000"/>
                </a:solidFill>
                <a:cs typeface="Times New Roman" panose="02020603050405020304" pitchFamily="18" charset="0"/>
              </a:rPr>
              <a:t>2- Pandas</a:t>
            </a:r>
          </a:p>
          <a:p>
            <a:pPr marL="0" indent="0">
              <a:buNone/>
            </a:pPr>
            <a:r>
              <a:rPr lang="fr-FR" sz="4000" b="1" dirty="0">
                <a:ln>
                  <a:solidFill>
                    <a:srgbClr val="FFFF00"/>
                  </a:solidFill>
                </a:ln>
                <a:solidFill>
                  <a:sysClr val="windowText" lastClr="000000"/>
                </a:solidFill>
                <a:cs typeface="Times New Roman" panose="02020603050405020304" pitchFamily="18" charset="0"/>
              </a:rPr>
              <a:t>3- </a:t>
            </a:r>
            <a:r>
              <a:rPr lang="fr-FR" sz="4000" b="1" dirty="0" err="1">
                <a:ln>
                  <a:solidFill>
                    <a:srgbClr val="FFFF00"/>
                  </a:solidFill>
                </a:ln>
                <a:solidFill>
                  <a:sysClr val="windowText" lastClr="000000"/>
                </a:solidFill>
                <a:cs typeface="Times New Roman" panose="02020603050405020304" pitchFamily="18" charset="0"/>
              </a:rPr>
              <a:t>Plotly</a:t>
            </a:r>
            <a:endParaRPr lang="fr-FR" sz="4000" b="1" dirty="0">
              <a:ln>
                <a:solidFill>
                  <a:srgbClr val="FFFF00"/>
                </a:solidFill>
              </a:ln>
              <a:solidFill>
                <a:sysClr val="windowText" lastClr="000000"/>
              </a:solidFill>
              <a:cs typeface="Times New Roman" panose="02020603050405020304" pitchFamily="18" charset="0"/>
            </a:endParaRPr>
          </a:p>
          <a:p>
            <a:pPr marL="0" indent="0">
              <a:buNone/>
            </a:pPr>
            <a:r>
              <a:rPr lang="fr-FR" sz="4000" b="1" dirty="0">
                <a:ln>
                  <a:solidFill>
                    <a:srgbClr val="FFFF00"/>
                  </a:solidFill>
                </a:ln>
                <a:solidFill>
                  <a:sysClr val="windowText" lastClr="000000"/>
                </a:solidFill>
                <a:cs typeface="Times New Roman" panose="02020603050405020304" pitchFamily="18" charset="0"/>
              </a:rPr>
              <a:t>4- </a:t>
            </a:r>
            <a:r>
              <a:rPr lang="fr-FR" sz="4000" b="1" dirty="0" err="1">
                <a:ln>
                  <a:solidFill>
                    <a:srgbClr val="FFFF00"/>
                  </a:solidFill>
                </a:ln>
                <a:solidFill>
                  <a:sysClr val="windowText" lastClr="000000"/>
                </a:solidFill>
                <a:cs typeface="Times New Roman" panose="02020603050405020304" pitchFamily="18" charset="0"/>
              </a:rPr>
              <a:t>Streamlit</a:t>
            </a:r>
            <a:endParaRPr lang="fr-FR" sz="4000" b="1" dirty="0">
              <a:ln>
                <a:solidFill>
                  <a:srgbClr val="FFFF00"/>
                </a:solidFill>
              </a:ln>
              <a:solidFill>
                <a:sysClr val="windowText" lastClr="000000"/>
              </a:solidFill>
              <a:cs typeface="Times New Roman" panose="02020603050405020304" pitchFamily="18" charset="0"/>
            </a:endParaRPr>
          </a:p>
        </p:txBody>
      </p:sp>
    </p:spTree>
    <p:extLst>
      <p:ext uri="{BB962C8B-B14F-4D97-AF65-F5344CB8AC3E}">
        <p14:creationId xmlns:p14="http://schemas.microsoft.com/office/powerpoint/2010/main" val="504901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283C5-1A47-BC05-73BE-047C95D4761C}"/>
              </a:ext>
            </a:extLst>
          </p:cNvPr>
          <p:cNvSpPr>
            <a:spLocks noGrp="1"/>
          </p:cNvSpPr>
          <p:nvPr>
            <p:ph type="title" idx="4294967295"/>
          </p:nvPr>
        </p:nvSpPr>
        <p:spPr>
          <a:xfrm>
            <a:off x="3267075" y="562027"/>
            <a:ext cx="5657850" cy="544102"/>
          </a:xfrm>
        </p:spPr>
        <p:txBody>
          <a:bodyPr>
            <a:normAutofit fontScale="90000"/>
          </a:bodyPr>
          <a:lstStyle/>
          <a:p>
            <a:pPr algn="ctr"/>
            <a:r>
              <a:rPr lang="fr-FR" dirty="0" err="1"/>
              <a:t>Missing</a:t>
            </a:r>
            <a:r>
              <a:rPr lang="fr-FR" dirty="0"/>
              <a:t> Values (</a:t>
            </a:r>
            <a:r>
              <a:rPr lang="fr-FR" dirty="0" err="1"/>
              <a:t>NAs</a:t>
            </a:r>
            <a:r>
              <a:rPr lang="fr-FR" dirty="0"/>
              <a:t>) </a:t>
            </a:r>
          </a:p>
        </p:txBody>
      </p:sp>
      <p:sp>
        <p:nvSpPr>
          <p:cNvPr id="3" name="Content Placeholder 2">
            <a:extLst>
              <a:ext uri="{FF2B5EF4-FFF2-40B4-BE49-F238E27FC236}">
                <a16:creationId xmlns:a16="http://schemas.microsoft.com/office/drawing/2014/main" id="{9960A8B2-DE01-20F8-6558-0CE99F8F8D0C}"/>
              </a:ext>
            </a:extLst>
          </p:cNvPr>
          <p:cNvSpPr>
            <a:spLocks noGrp="1"/>
          </p:cNvSpPr>
          <p:nvPr>
            <p:ph type="subTitle" idx="4294967295"/>
          </p:nvPr>
        </p:nvSpPr>
        <p:spPr>
          <a:xfrm>
            <a:off x="646163" y="1489331"/>
            <a:ext cx="11064056" cy="4909881"/>
          </a:xfrm>
        </p:spPr>
        <p:txBody>
          <a:bodyPr>
            <a:normAutofit/>
          </a:bodyPr>
          <a:lstStyle/>
          <a:p>
            <a:pPr marL="0" indent="0">
              <a:buNone/>
            </a:pPr>
            <a:r>
              <a:rPr lang="fr-FR" sz="4000" dirty="0"/>
              <a:t>1- Use the </a:t>
            </a:r>
            <a:r>
              <a:rPr lang="fr-FR" sz="4000" dirty="0" err="1"/>
              <a:t>average</a:t>
            </a:r>
            <a:r>
              <a:rPr lang="fr-FR" sz="4000" dirty="0"/>
              <a:t> for the </a:t>
            </a:r>
            <a:r>
              <a:rPr lang="fr-FR" sz="4000" dirty="0" err="1"/>
              <a:t>numerical</a:t>
            </a:r>
            <a:r>
              <a:rPr lang="fr-FR" sz="4000" dirty="0"/>
              <a:t> </a:t>
            </a:r>
            <a:r>
              <a:rPr lang="fr-FR" sz="4000" dirty="0" err="1"/>
              <a:t>columns</a:t>
            </a:r>
            <a:r>
              <a:rPr lang="fr-FR" sz="4000" dirty="0"/>
              <a:t> (Age/ Total </a:t>
            </a:r>
            <a:r>
              <a:rPr lang="fr-FR" sz="4000" dirty="0" err="1"/>
              <a:t>spent</a:t>
            </a:r>
            <a:r>
              <a:rPr lang="fr-FR" sz="4000" dirty="0"/>
              <a:t>) </a:t>
            </a:r>
          </a:p>
          <a:p>
            <a:pPr marL="0" indent="0">
              <a:buNone/>
            </a:pPr>
            <a:r>
              <a:rPr lang="fr-FR" sz="4000" dirty="0"/>
              <a:t>2- Use the mode for the ordinal and </a:t>
            </a:r>
            <a:r>
              <a:rPr lang="fr-FR" sz="4000" dirty="0" err="1"/>
              <a:t>categorial</a:t>
            </a:r>
            <a:r>
              <a:rPr lang="fr-FR" sz="4000" dirty="0"/>
              <a:t> values (</a:t>
            </a:r>
            <a:r>
              <a:rPr lang="fr-FR" sz="4000" dirty="0" err="1"/>
              <a:t>Gender</a:t>
            </a:r>
            <a:r>
              <a:rPr lang="fr-FR" sz="4000" dirty="0"/>
              <a:t>/Satisfaction Score)</a:t>
            </a:r>
          </a:p>
          <a:p>
            <a:pPr marL="0" indent="0">
              <a:buNone/>
            </a:pPr>
            <a:endParaRPr lang="fr-FR" sz="4000" dirty="0"/>
          </a:p>
          <a:p>
            <a:pPr marL="0" indent="0">
              <a:buNone/>
            </a:pPr>
            <a:endParaRPr lang="fr-FR" dirty="0"/>
          </a:p>
        </p:txBody>
      </p:sp>
    </p:spTree>
    <p:extLst>
      <p:ext uri="{BB962C8B-B14F-4D97-AF65-F5344CB8AC3E}">
        <p14:creationId xmlns:p14="http://schemas.microsoft.com/office/powerpoint/2010/main" val="3177418541"/>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FDA66-0C78-1916-094D-3E64680026BD}"/>
              </a:ext>
            </a:extLst>
          </p:cNvPr>
          <p:cNvSpPr>
            <a:spLocks noGrp="1"/>
          </p:cNvSpPr>
          <p:nvPr>
            <p:ph type="title"/>
          </p:nvPr>
        </p:nvSpPr>
        <p:spPr>
          <a:xfrm>
            <a:off x="1134618" y="618297"/>
            <a:ext cx="9922764" cy="735380"/>
          </a:xfrm>
        </p:spPr>
        <p:txBody>
          <a:bodyPr>
            <a:normAutofit/>
          </a:bodyPr>
          <a:lstStyle/>
          <a:p>
            <a:pPr algn="ctr"/>
            <a:r>
              <a:rPr lang="fr-FR" dirty="0" err="1"/>
              <a:t>Outliers</a:t>
            </a:r>
            <a:r>
              <a:rPr lang="fr-FR" dirty="0"/>
              <a:t> </a:t>
            </a:r>
          </a:p>
        </p:txBody>
      </p:sp>
      <p:sp>
        <p:nvSpPr>
          <p:cNvPr id="3" name="Content Placeholder 2">
            <a:extLst>
              <a:ext uri="{FF2B5EF4-FFF2-40B4-BE49-F238E27FC236}">
                <a16:creationId xmlns:a16="http://schemas.microsoft.com/office/drawing/2014/main" id="{FCF11A55-D684-0DF4-575E-2C1E86543C25}"/>
              </a:ext>
            </a:extLst>
          </p:cNvPr>
          <p:cNvSpPr>
            <a:spLocks noGrp="1"/>
          </p:cNvSpPr>
          <p:nvPr>
            <p:ph idx="1"/>
          </p:nvPr>
        </p:nvSpPr>
        <p:spPr>
          <a:xfrm>
            <a:off x="838199" y="1825625"/>
            <a:ext cx="10709787" cy="3705020"/>
          </a:xfrm>
        </p:spPr>
        <p:txBody>
          <a:bodyPr>
            <a:normAutofit/>
          </a:bodyPr>
          <a:lstStyle/>
          <a:p>
            <a:pPr marL="0" indent="0">
              <a:buNone/>
            </a:pPr>
            <a:r>
              <a:rPr lang="fr-FR" sz="3200" dirty="0"/>
              <a:t>1- </a:t>
            </a:r>
            <a:r>
              <a:rPr lang="fr-FR" sz="3200" dirty="0" err="1"/>
              <a:t>Gender</a:t>
            </a:r>
            <a:r>
              <a:rPr lang="fr-FR" sz="3200" dirty="0"/>
              <a:t> (Replace « </a:t>
            </a:r>
            <a:r>
              <a:rPr lang="fr-FR" sz="3200" dirty="0" err="1"/>
              <a:t>Others</a:t>
            </a:r>
            <a:r>
              <a:rPr lang="fr-FR" sz="3200" dirty="0"/>
              <a:t> » by the mode)</a:t>
            </a:r>
          </a:p>
          <a:p>
            <a:pPr marL="0" indent="0">
              <a:buNone/>
            </a:pPr>
            <a:r>
              <a:rPr lang="fr-FR" sz="3200" dirty="0"/>
              <a:t>2- Age (</a:t>
            </a:r>
            <a:r>
              <a:rPr lang="fr-FR" sz="3200" dirty="0" err="1"/>
              <a:t>remove</a:t>
            </a:r>
            <a:r>
              <a:rPr lang="fr-FR" sz="3200" dirty="0"/>
              <a:t> the </a:t>
            </a:r>
            <a:r>
              <a:rPr lang="fr-FR" sz="3200" dirty="0" err="1"/>
              <a:t>unlogic</a:t>
            </a:r>
            <a:r>
              <a:rPr lang="fr-FR" sz="3200" dirty="0"/>
              <a:t> </a:t>
            </a:r>
            <a:r>
              <a:rPr lang="fr-FR" sz="3200" dirty="0" err="1"/>
              <a:t>ages</a:t>
            </a:r>
            <a:r>
              <a:rPr lang="fr-FR" sz="3200" dirty="0"/>
              <a:t> </a:t>
            </a:r>
            <a:r>
              <a:rPr lang="fr-FR" sz="3200" dirty="0" err="1"/>
              <a:t>less</a:t>
            </a:r>
            <a:r>
              <a:rPr lang="fr-FR" sz="3200" dirty="0"/>
              <a:t> </a:t>
            </a:r>
            <a:r>
              <a:rPr lang="fr-FR" sz="3200" dirty="0" err="1"/>
              <a:t>than</a:t>
            </a:r>
            <a:r>
              <a:rPr lang="fr-FR" sz="3200" dirty="0"/>
              <a:t> 18 </a:t>
            </a:r>
            <a:r>
              <a:rPr lang="fr-FR" sz="3200" dirty="0" err="1"/>
              <a:t>rows</a:t>
            </a:r>
            <a:r>
              <a:rPr lang="fr-FR" sz="3200" dirty="0"/>
              <a:t>)</a:t>
            </a:r>
          </a:p>
          <a:p>
            <a:pPr marL="0" indent="0">
              <a:buNone/>
            </a:pPr>
            <a:r>
              <a:rPr lang="fr-FR" sz="3200" dirty="0"/>
              <a:t>3- Total </a:t>
            </a:r>
            <a:r>
              <a:rPr lang="fr-FR" sz="3200" dirty="0" err="1"/>
              <a:t>spent</a:t>
            </a:r>
            <a:r>
              <a:rPr lang="fr-FR" sz="3200" dirty="0"/>
              <a:t> (Expand the quantile percentage 0.99)</a:t>
            </a:r>
          </a:p>
          <a:p>
            <a:pPr marL="0" indent="0">
              <a:buNone/>
            </a:pPr>
            <a:endParaRPr lang="fr-FR" sz="3200" dirty="0"/>
          </a:p>
          <a:p>
            <a:pPr marL="0" indent="0">
              <a:buNone/>
            </a:pPr>
            <a:endParaRPr lang="fr-FR" sz="3200" dirty="0"/>
          </a:p>
        </p:txBody>
      </p:sp>
    </p:spTree>
    <p:extLst>
      <p:ext uri="{BB962C8B-B14F-4D97-AF65-F5344CB8AC3E}">
        <p14:creationId xmlns:p14="http://schemas.microsoft.com/office/powerpoint/2010/main" val="844572881"/>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ABB5A-11D0-1586-4B9A-6816CF2E79D1}"/>
              </a:ext>
            </a:extLst>
          </p:cNvPr>
          <p:cNvSpPr>
            <a:spLocks noGrp="1"/>
          </p:cNvSpPr>
          <p:nvPr>
            <p:ph type="title"/>
          </p:nvPr>
        </p:nvSpPr>
        <p:spPr>
          <a:xfrm>
            <a:off x="1134618" y="706787"/>
            <a:ext cx="9922764" cy="679561"/>
          </a:xfrm>
        </p:spPr>
        <p:txBody>
          <a:bodyPr/>
          <a:lstStyle/>
          <a:p>
            <a:pPr algn="ctr"/>
            <a:r>
              <a:rPr lang="fr-FR" dirty="0" err="1"/>
              <a:t>Removed</a:t>
            </a:r>
            <a:r>
              <a:rPr lang="fr-FR" dirty="0"/>
              <a:t> </a:t>
            </a:r>
            <a:r>
              <a:rPr lang="fr-FR" dirty="0" err="1"/>
              <a:t>columns</a:t>
            </a:r>
            <a:endParaRPr lang="fr-FR" dirty="0"/>
          </a:p>
        </p:txBody>
      </p:sp>
      <p:sp>
        <p:nvSpPr>
          <p:cNvPr id="3" name="Content Placeholder 2">
            <a:extLst>
              <a:ext uri="{FF2B5EF4-FFF2-40B4-BE49-F238E27FC236}">
                <a16:creationId xmlns:a16="http://schemas.microsoft.com/office/drawing/2014/main" id="{75B2A3B3-2873-6D9D-2F1B-015AA70DF6B9}"/>
              </a:ext>
            </a:extLst>
          </p:cNvPr>
          <p:cNvSpPr>
            <a:spLocks noGrp="1"/>
          </p:cNvSpPr>
          <p:nvPr>
            <p:ph idx="1"/>
          </p:nvPr>
        </p:nvSpPr>
        <p:spPr>
          <a:xfrm>
            <a:off x="838199" y="1825625"/>
            <a:ext cx="10842523" cy="4191717"/>
          </a:xfrm>
        </p:spPr>
        <p:txBody>
          <a:bodyPr>
            <a:normAutofit/>
          </a:bodyPr>
          <a:lstStyle/>
          <a:p>
            <a:pPr marL="0" indent="0">
              <a:buNone/>
            </a:pPr>
            <a:r>
              <a:rPr lang="fr-FR" sz="3200" dirty="0"/>
              <a:t>1- Customer ID (</a:t>
            </a:r>
            <a:r>
              <a:rPr lang="fr-FR" sz="3200" dirty="0" err="1"/>
              <a:t>Doesn’t</a:t>
            </a:r>
            <a:r>
              <a:rPr lang="fr-FR" sz="3200" dirty="0"/>
              <a:t> impact the </a:t>
            </a:r>
            <a:r>
              <a:rPr lang="fr-FR" sz="3200" dirty="0" err="1"/>
              <a:t>study</a:t>
            </a:r>
            <a:r>
              <a:rPr lang="fr-FR" sz="3200" dirty="0"/>
              <a:t>) </a:t>
            </a:r>
          </a:p>
          <a:p>
            <a:pPr marL="0" indent="0">
              <a:buNone/>
            </a:pPr>
            <a:r>
              <a:rPr lang="fr-FR" sz="3200" dirty="0"/>
              <a:t>2- Coupon Code (41% </a:t>
            </a:r>
            <a:r>
              <a:rPr lang="fr-FR" sz="3200" dirty="0" err="1"/>
              <a:t>missing</a:t>
            </a:r>
            <a:r>
              <a:rPr lang="fr-FR" sz="3200" dirty="0"/>
              <a:t> value and </a:t>
            </a:r>
            <a:r>
              <a:rPr lang="fr-FR" sz="3200" dirty="0" err="1"/>
              <a:t>very</a:t>
            </a:r>
            <a:r>
              <a:rPr lang="fr-FR" sz="3200" dirty="0"/>
              <a:t> </a:t>
            </a:r>
            <a:r>
              <a:rPr lang="fr-FR" sz="3200" dirty="0" err="1"/>
              <a:t>low</a:t>
            </a:r>
            <a:r>
              <a:rPr lang="fr-FR" sz="3200" dirty="0"/>
              <a:t> impact on </a:t>
            </a:r>
            <a:r>
              <a:rPr lang="fr-FR" sz="3200" dirty="0" err="1"/>
              <a:t>study</a:t>
            </a:r>
            <a:r>
              <a:rPr lang="fr-FR" sz="3200" dirty="0"/>
              <a:t>)</a:t>
            </a:r>
          </a:p>
          <a:p>
            <a:pPr marL="0" indent="0">
              <a:buNone/>
            </a:pPr>
            <a:r>
              <a:rPr lang="fr-FR" sz="3200" dirty="0"/>
              <a:t>3- City </a:t>
            </a:r>
            <a:r>
              <a:rPr lang="fr-FR" sz="3200" dirty="0" err="1"/>
              <a:t>inconsistent</a:t>
            </a:r>
            <a:r>
              <a:rPr lang="fr-FR" sz="3200" dirty="0"/>
              <a:t> </a:t>
            </a:r>
            <a:r>
              <a:rPr lang="fr-FR" sz="3200" dirty="0" err="1"/>
              <a:t>with</a:t>
            </a:r>
            <a:r>
              <a:rPr lang="fr-FR" sz="3200" dirty="0"/>
              <a:t> country  </a:t>
            </a:r>
          </a:p>
        </p:txBody>
      </p:sp>
    </p:spTree>
    <p:extLst>
      <p:ext uri="{BB962C8B-B14F-4D97-AF65-F5344CB8AC3E}">
        <p14:creationId xmlns:p14="http://schemas.microsoft.com/office/powerpoint/2010/main" val="10608865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DDD76-B699-13B0-BD69-7AB302AB6E94}"/>
              </a:ext>
            </a:extLst>
          </p:cNvPr>
          <p:cNvSpPr>
            <a:spLocks noGrp="1"/>
          </p:cNvSpPr>
          <p:nvPr>
            <p:ph type="title"/>
          </p:nvPr>
        </p:nvSpPr>
        <p:spPr>
          <a:xfrm>
            <a:off x="1088136" y="648929"/>
            <a:ext cx="9922764" cy="1637070"/>
          </a:xfrm>
        </p:spPr>
        <p:txBody>
          <a:bodyPr>
            <a:normAutofit/>
          </a:bodyPr>
          <a:lstStyle/>
          <a:p>
            <a:pPr algn="ctr"/>
            <a:r>
              <a:rPr lang="fr-FR" dirty="0"/>
              <a:t>Data Modification And </a:t>
            </a:r>
            <a:r>
              <a:rPr lang="fr-FR" dirty="0" err="1"/>
              <a:t>Feature</a:t>
            </a:r>
            <a:r>
              <a:rPr lang="fr-FR" dirty="0"/>
              <a:t> Engineering</a:t>
            </a:r>
          </a:p>
        </p:txBody>
      </p:sp>
      <p:sp>
        <p:nvSpPr>
          <p:cNvPr id="3" name="Content Placeholder 2">
            <a:extLst>
              <a:ext uri="{FF2B5EF4-FFF2-40B4-BE49-F238E27FC236}">
                <a16:creationId xmlns:a16="http://schemas.microsoft.com/office/drawing/2014/main" id="{74E985D3-3D13-0C48-1FCE-0C9D03493BF4}"/>
              </a:ext>
            </a:extLst>
          </p:cNvPr>
          <p:cNvSpPr>
            <a:spLocks noGrp="1"/>
          </p:cNvSpPr>
          <p:nvPr>
            <p:ph idx="1"/>
          </p:nvPr>
        </p:nvSpPr>
        <p:spPr>
          <a:xfrm>
            <a:off x="838200" y="2285999"/>
            <a:ext cx="10515600" cy="3775587"/>
          </a:xfrm>
        </p:spPr>
        <p:txBody>
          <a:bodyPr>
            <a:normAutofit/>
          </a:bodyPr>
          <a:lstStyle/>
          <a:p>
            <a:pPr marL="0" indent="0">
              <a:buNone/>
            </a:pPr>
            <a:r>
              <a:rPr lang="fr-FR" sz="2800" dirty="0"/>
              <a:t>1- </a:t>
            </a:r>
            <a:r>
              <a:rPr lang="fr-FR" sz="2800" dirty="0" err="1"/>
              <a:t>Transforming</a:t>
            </a:r>
            <a:r>
              <a:rPr lang="fr-FR" sz="2800" dirty="0"/>
              <a:t> the « </a:t>
            </a:r>
            <a:r>
              <a:rPr lang="fr-FR" sz="2800" dirty="0" err="1"/>
              <a:t>SignUp_Date</a:t>
            </a:r>
            <a:r>
              <a:rPr lang="fr-FR" sz="2800" dirty="0"/>
              <a:t> » and « Last Purchase Date » </a:t>
            </a:r>
            <a:r>
              <a:rPr lang="fr-FR" sz="2800" dirty="0" err="1"/>
              <a:t>from</a:t>
            </a:r>
            <a:r>
              <a:rPr lang="fr-FR" sz="2800" dirty="0"/>
              <a:t> </a:t>
            </a:r>
            <a:r>
              <a:rPr lang="fr-FR" sz="2800" dirty="0" err="1"/>
              <a:t>object</a:t>
            </a:r>
            <a:r>
              <a:rPr lang="fr-FR" sz="2800" dirty="0"/>
              <a:t> to Date time </a:t>
            </a:r>
          </a:p>
          <a:p>
            <a:pPr marL="0" indent="0">
              <a:buNone/>
            </a:pPr>
            <a:r>
              <a:rPr lang="fr-FR" sz="2800" dirty="0"/>
              <a:t>2- </a:t>
            </a:r>
            <a:r>
              <a:rPr lang="fr-FR" sz="2800" dirty="0" err="1"/>
              <a:t>Modify</a:t>
            </a:r>
            <a:r>
              <a:rPr lang="fr-FR" sz="2800" dirty="0"/>
              <a:t> the dates by </a:t>
            </a:r>
            <a:r>
              <a:rPr lang="fr-FR" sz="2800" dirty="0" err="1"/>
              <a:t>making</a:t>
            </a:r>
            <a:r>
              <a:rPr lang="fr-FR" sz="2800" dirty="0"/>
              <a:t> the </a:t>
            </a:r>
            <a:r>
              <a:rPr lang="fr-FR" sz="2800" dirty="0" err="1"/>
              <a:t>SignUp</a:t>
            </a:r>
            <a:r>
              <a:rPr lang="fr-FR" sz="2800" dirty="0"/>
              <a:t> Date </a:t>
            </a:r>
            <a:r>
              <a:rPr lang="fr-FR" sz="2800" dirty="0" err="1"/>
              <a:t>less</a:t>
            </a:r>
            <a:r>
              <a:rPr lang="fr-FR" sz="2800" dirty="0"/>
              <a:t> </a:t>
            </a:r>
            <a:r>
              <a:rPr lang="fr-FR" sz="2800" dirty="0" err="1"/>
              <a:t>than</a:t>
            </a:r>
            <a:r>
              <a:rPr lang="fr-FR" sz="2800" dirty="0"/>
              <a:t> or </a:t>
            </a:r>
            <a:r>
              <a:rPr lang="fr-FR" sz="2800" dirty="0" err="1"/>
              <a:t>equal</a:t>
            </a:r>
            <a:r>
              <a:rPr lang="fr-FR" sz="2800" dirty="0"/>
              <a:t> to last </a:t>
            </a:r>
            <a:r>
              <a:rPr lang="fr-FR" sz="2800" dirty="0" err="1"/>
              <a:t>purchase</a:t>
            </a:r>
            <a:r>
              <a:rPr lang="fr-FR" sz="2800" dirty="0"/>
              <a:t> date</a:t>
            </a:r>
          </a:p>
          <a:p>
            <a:pPr marL="0" indent="0">
              <a:buNone/>
            </a:pPr>
            <a:r>
              <a:rPr lang="fr-FR" sz="2800" dirty="0"/>
              <a:t>3- </a:t>
            </a:r>
            <a:r>
              <a:rPr lang="en-US" sz="2800" dirty="0"/>
              <a:t>Extract new column (Customer tenure days) by making last purchase date (-) </a:t>
            </a:r>
            <a:r>
              <a:rPr lang="en-US" sz="2800" dirty="0" err="1"/>
              <a:t>SignUp</a:t>
            </a:r>
            <a:r>
              <a:rPr lang="en-US" sz="2800" dirty="0"/>
              <a:t> Date</a:t>
            </a:r>
          </a:p>
        </p:txBody>
      </p:sp>
    </p:spTree>
    <p:extLst>
      <p:ext uri="{BB962C8B-B14F-4D97-AF65-F5344CB8AC3E}">
        <p14:creationId xmlns:p14="http://schemas.microsoft.com/office/powerpoint/2010/main" val="2279393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4CE79-A84C-BFC9-247D-7A858AE96E72}"/>
              </a:ext>
            </a:extLst>
          </p:cNvPr>
          <p:cNvSpPr>
            <a:spLocks noGrp="1"/>
          </p:cNvSpPr>
          <p:nvPr>
            <p:ph type="title"/>
          </p:nvPr>
        </p:nvSpPr>
        <p:spPr/>
        <p:txBody>
          <a:bodyPr/>
          <a:lstStyle/>
          <a:p>
            <a:r>
              <a:rPr lang="en-US" dirty="0"/>
              <a:t>EDA Analysis </a:t>
            </a:r>
          </a:p>
        </p:txBody>
      </p:sp>
      <p:sp>
        <p:nvSpPr>
          <p:cNvPr id="3" name="Content Placeholder 2">
            <a:extLst>
              <a:ext uri="{FF2B5EF4-FFF2-40B4-BE49-F238E27FC236}">
                <a16:creationId xmlns:a16="http://schemas.microsoft.com/office/drawing/2014/main" id="{62F6D86D-5A7A-0022-9B7E-3DE90665C975}"/>
              </a:ext>
            </a:extLst>
          </p:cNvPr>
          <p:cNvSpPr>
            <a:spLocks noGrp="1"/>
          </p:cNvSpPr>
          <p:nvPr>
            <p:ph idx="1"/>
          </p:nvPr>
        </p:nvSpPr>
        <p:spPr/>
        <p:txBody>
          <a:bodyPr/>
          <a:lstStyle/>
          <a:p>
            <a:r>
              <a:rPr lang="en-US" sz="3600" dirty="0">
                <a:hlinkClick r:id="rId2"/>
              </a:rPr>
              <a:t>https://salesmarketingcleaned-n2zaorxamdusvyqseygfnl.streamlit.app/</a:t>
            </a:r>
            <a:endParaRPr lang="en-US" sz="3600" dirty="0"/>
          </a:p>
          <a:p>
            <a:endParaRPr lang="en-US" dirty="0"/>
          </a:p>
        </p:txBody>
      </p:sp>
    </p:spTree>
    <p:extLst>
      <p:ext uri="{BB962C8B-B14F-4D97-AF65-F5344CB8AC3E}">
        <p14:creationId xmlns:p14="http://schemas.microsoft.com/office/powerpoint/2010/main" val="3213563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401E73-05ED-4969-9826-20936E26EAF5}"/>
              </a:ext>
            </a:extLst>
          </p:cNvPr>
          <p:cNvSpPr>
            <a:spLocks noGrp="1"/>
          </p:cNvSpPr>
          <p:nvPr>
            <p:ph idx="1"/>
          </p:nvPr>
        </p:nvSpPr>
        <p:spPr>
          <a:xfrm>
            <a:off x="255639" y="137653"/>
            <a:ext cx="10755261" cy="1170037"/>
          </a:xfrm>
        </p:spPr>
        <p:txBody>
          <a:bodyPr>
            <a:normAutofit fontScale="62500" lnSpcReduction="20000"/>
          </a:bodyPr>
          <a:lstStyle/>
          <a:p>
            <a:r>
              <a:rPr lang="en-US" sz="3200" b="1" dirty="0"/>
              <a:t>Why do customers churn?</a:t>
            </a:r>
            <a:endParaRPr lang="en-US" sz="3200" dirty="0"/>
          </a:p>
          <a:p>
            <a:pPr lvl="0"/>
            <a:r>
              <a:rPr lang="en-US" sz="3200" b="1" dirty="0"/>
              <a:t>Answer:</a:t>
            </a:r>
            <a:r>
              <a:rPr lang="en-US" sz="3200" dirty="0"/>
              <a:t> Customers typically leave due to frequent support issues, recurrent delivery delays, or pending refund requests reflecting dissatisfaction.</a:t>
            </a:r>
          </a:p>
          <a:p>
            <a:endParaRPr lang="en-US" dirty="0"/>
          </a:p>
        </p:txBody>
      </p:sp>
      <p:pic>
        <p:nvPicPr>
          <p:cNvPr id="9" name="Picture 8">
            <a:extLst>
              <a:ext uri="{FF2B5EF4-FFF2-40B4-BE49-F238E27FC236}">
                <a16:creationId xmlns:a16="http://schemas.microsoft.com/office/drawing/2014/main" id="{92AD6160-40F4-AF68-3E83-480C331E5F0F}"/>
              </a:ext>
            </a:extLst>
          </p:cNvPr>
          <p:cNvPicPr>
            <a:picLocks noChangeAspect="1"/>
          </p:cNvPicPr>
          <p:nvPr/>
        </p:nvPicPr>
        <p:blipFill>
          <a:blip r:embed="rId2"/>
          <a:stretch>
            <a:fillRect/>
          </a:stretch>
        </p:blipFill>
        <p:spPr>
          <a:xfrm>
            <a:off x="255639" y="1190151"/>
            <a:ext cx="11891797" cy="5417126"/>
          </a:xfrm>
          <a:prstGeom prst="rect">
            <a:avLst/>
          </a:prstGeom>
        </p:spPr>
      </p:pic>
    </p:spTree>
    <p:extLst>
      <p:ext uri="{BB962C8B-B14F-4D97-AF65-F5344CB8AC3E}">
        <p14:creationId xmlns:p14="http://schemas.microsoft.com/office/powerpoint/2010/main" val="1120373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A86212-8195-607B-8F1D-A7FC2253F5F6}"/>
              </a:ext>
            </a:extLst>
          </p:cNvPr>
          <p:cNvSpPr>
            <a:spLocks noGrp="1"/>
          </p:cNvSpPr>
          <p:nvPr>
            <p:ph idx="1"/>
          </p:nvPr>
        </p:nvSpPr>
        <p:spPr>
          <a:xfrm>
            <a:off x="68826" y="78658"/>
            <a:ext cx="11965858" cy="1101213"/>
          </a:xfrm>
        </p:spPr>
        <p:txBody>
          <a:bodyPr>
            <a:normAutofit fontScale="55000" lnSpcReduction="20000"/>
          </a:bodyPr>
          <a:lstStyle/>
          <a:p>
            <a:r>
              <a:rPr lang="en-US" sz="3600" b="1" dirty="0"/>
              <a:t>Which customers are most likely to churn?</a:t>
            </a:r>
            <a:endParaRPr lang="en-US" sz="3600" dirty="0"/>
          </a:p>
          <a:p>
            <a:pPr lvl="0"/>
            <a:r>
              <a:rPr lang="en-US" sz="3600" b="1" dirty="0"/>
              <a:t>Answer:</a:t>
            </a:r>
            <a:r>
              <a:rPr lang="en-US" sz="3600" dirty="0"/>
              <a:t> Customers on monthly plans (due to lack of long-term commitment), those with low satisfaction scores, or those who experienced recurring delays and order issues.</a:t>
            </a:r>
          </a:p>
          <a:p>
            <a:endParaRPr lang="en-US" dirty="0"/>
          </a:p>
        </p:txBody>
      </p:sp>
      <p:pic>
        <p:nvPicPr>
          <p:cNvPr id="6" name="Picture 5">
            <a:extLst>
              <a:ext uri="{FF2B5EF4-FFF2-40B4-BE49-F238E27FC236}">
                <a16:creationId xmlns:a16="http://schemas.microsoft.com/office/drawing/2014/main" id="{FED80E00-AAC3-5A94-B05D-5E0CA70C9838}"/>
              </a:ext>
            </a:extLst>
          </p:cNvPr>
          <p:cNvPicPr>
            <a:picLocks noChangeAspect="1"/>
          </p:cNvPicPr>
          <p:nvPr/>
        </p:nvPicPr>
        <p:blipFill>
          <a:blip r:embed="rId3"/>
          <a:stretch>
            <a:fillRect/>
          </a:stretch>
        </p:blipFill>
        <p:spPr>
          <a:xfrm>
            <a:off x="0" y="1307691"/>
            <a:ext cx="12034684" cy="5405174"/>
          </a:xfrm>
          <a:prstGeom prst="rect">
            <a:avLst/>
          </a:prstGeom>
        </p:spPr>
      </p:pic>
    </p:spTree>
    <p:extLst>
      <p:ext uri="{BB962C8B-B14F-4D97-AF65-F5344CB8AC3E}">
        <p14:creationId xmlns:p14="http://schemas.microsoft.com/office/powerpoint/2010/main" val="1698126829"/>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C7BBFC-A75D-F8E1-E93A-A4725F2A5A6A}"/>
              </a:ext>
            </a:extLst>
          </p:cNvPr>
          <p:cNvSpPr>
            <a:spLocks noGrp="1"/>
          </p:cNvSpPr>
          <p:nvPr>
            <p:ph idx="1"/>
          </p:nvPr>
        </p:nvSpPr>
        <p:spPr>
          <a:xfrm>
            <a:off x="78658" y="1"/>
            <a:ext cx="12044516" cy="973393"/>
          </a:xfrm>
        </p:spPr>
        <p:txBody>
          <a:bodyPr>
            <a:normAutofit fontScale="47500" lnSpcReduction="20000"/>
          </a:bodyPr>
          <a:lstStyle/>
          <a:p>
            <a:r>
              <a:rPr lang="en-US" sz="3200" b="1" dirty="0"/>
              <a:t>Which acquisition channels bring the highest lifetime value?</a:t>
            </a:r>
            <a:endParaRPr lang="en-US" sz="3200" dirty="0"/>
          </a:p>
          <a:p>
            <a:pPr lvl="0"/>
            <a:r>
              <a:rPr lang="en-US" sz="3200" b="1" dirty="0"/>
              <a:t>Answer:</a:t>
            </a:r>
            <a:r>
              <a:rPr lang="en-US" sz="3200" dirty="0"/>
              <a:t> You can find the answer directly from the chart comparing marketing spend per user and lifetime value (LTV) across marketing channels (such as Google Ads, Facebook, Email, Referral) to identify the most profitable long-term channel.</a:t>
            </a:r>
          </a:p>
          <a:p>
            <a:endParaRPr lang="en-US" dirty="0"/>
          </a:p>
        </p:txBody>
      </p:sp>
      <p:pic>
        <p:nvPicPr>
          <p:cNvPr id="5" name="Picture 4">
            <a:extLst>
              <a:ext uri="{FF2B5EF4-FFF2-40B4-BE49-F238E27FC236}">
                <a16:creationId xmlns:a16="http://schemas.microsoft.com/office/drawing/2014/main" id="{29850117-1757-501F-0B4F-39586D4AD3E7}"/>
              </a:ext>
            </a:extLst>
          </p:cNvPr>
          <p:cNvPicPr>
            <a:picLocks noChangeAspect="1"/>
          </p:cNvPicPr>
          <p:nvPr/>
        </p:nvPicPr>
        <p:blipFill>
          <a:blip r:embed="rId2"/>
          <a:stretch>
            <a:fillRect/>
          </a:stretch>
        </p:blipFill>
        <p:spPr>
          <a:xfrm>
            <a:off x="0" y="973395"/>
            <a:ext cx="12192000" cy="5624050"/>
          </a:xfrm>
          <a:prstGeom prst="rect">
            <a:avLst/>
          </a:prstGeom>
        </p:spPr>
      </p:pic>
    </p:spTree>
    <p:extLst>
      <p:ext uri="{BB962C8B-B14F-4D97-AF65-F5344CB8AC3E}">
        <p14:creationId xmlns:p14="http://schemas.microsoft.com/office/powerpoint/2010/main" val="3649706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8FDF72-B668-FC0F-C4F9-C24411A01723}"/>
              </a:ext>
            </a:extLst>
          </p:cNvPr>
          <p:cNvSpPr txBox="1"/>
          <p:nvPr/>
        </p:nvSpPr>
        <p:spPr>
          <a:xfrm>
            <a:off x="383458" y="265472"/>
            <a:ext cx="11720052" cy="1200329"/>
          </a:xfrm>
          <a:prstGeom prst="rect">
            <a:avLst/>
          </a:prstGeom>
          <a:noFill/>
        </p:spPr>
        <p:txBody>
          <a:bodyPr wrap="square" rtlCol="0">
            <a:spAutoFit/>
          </a:bodyPr>
          <a:lstStyle/>
          <a:p>
            <a:r>
              <a:rPr lang="en-US" dirty="0"/>
              <a:t>How does customer satisfaction impact revenue?</a:t>
            </a:r>
            <a:endParaRPr lang="ar-EG" dirty="0"/>
          </a:p>
          <a:p>
            <a:endParaRPr lang="ar-EG" dirty="0"/>
          </a:p>
          <a:p>
            <a:r>
              <a:rPr lang="en-US" b="1" dirty="0"/>
              <a:t>Answer:</a:t>
            </a:r>
            <a:r>
              <a:rPr lang="en-US" dirty="0"/>
              <a:t> Customer satisfaction directly impacts revenue by driving long-term customer value and retention.</a:t>
            </a:r>
          </a:p>
          <a:p>
            <a:endParaRPr lang="en-US" dirty="0"/>
          </a:p>
        </p:txBody>
      </p:sp>
      <p:pic>
        <p:nvPicPr>
          <p:cNvPr id="5" name="Picture 4">
            <a:extLst>
              <a:ext uri="{FF2B5EF4-FFF2-40B4-BE49-F238E27FC236}">
                <a16:creationId xmlns:a16="http://schemas.microsoft.com/office/drawing/2014/main" id="{BB24F327-4E33-DB4D-6358-EB12C624555A}"/>
              </a:ext>
            </a:extLst>
          </p:cNvPr>
          <p:cNvPicPr>
            <a:picLocks noChangeAspect="1"/>
          </p:cNvPicPr>
          <p:nvPr/>
        </p:nvPicPr>
        <p:blipFill>
          <a:blip r:embed="rId2"/>
          <a:stretch>
            <a:fillRect/>
          </a:stretch>
        </p:blipFill>
        <p:spPr>
          <a:xfrm>
            <a:off x="2147860" y="1465801"/>
            <a:ext cx="6725589" cy="4791744"/>
          </a:xfrm>
          <a:prstGeom prst="rect">
            <a:avLst/>
          </a:prstGeom>
        </p:spPr>
      </p:pic>
    </p:spTree>
    <p:extLst>
      <p:ext uri="{BB962C8B-B14F-4D97-AF65-F5344CB8AC3E}">
        <p14:creationId xmlns:p14="http://schemas.microsoft.com/office/powerpoint/2010/main" val="41765283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B2B086-72C7-D6EF-2066-5022D8494344}"/>
              </a:ext>
            </a:extLst>
          </p:cNvPr>
          <p:cNvSpPr>
            <a:spLocks noGrp="1"/>
          </p:cNvSpPr>
          <p:nvPr>
            <p:ph idx="1"/>
          </p:nvPr>
        </p:nvSpPr>
        <p:spPr>
          <a:xfrm>
            <a:off x="68826" y="78658"/>
            <a:ext cx="12054348" cy="6779341"/>
          </a:xfrm>
        </p:spPr>
        <p:txBody>
          <a:bodyPr/>
          <a:lstStyle/>
          <a:p>
            <a:r>
              <a:rPr lang="en-US" sz="3200" b="1" dirty="0"/>
              <a:t>Which marketing strategies reduce churn?</a:t>
            </a:r>
            <a:endParaRPr lang="en-US" sz="3200" dirty="0"/>
          </a:p>
          <a:p>
            <a:pPr lvl="0"/>
            <a:r>
              <a:rPr lang="en-US" sz="3200" b="1" dirty="0"/>
              <a:t>Answer:</a:t>
            </a:r>
            <a:r>
              <a:rPr lang="en-US" sz="3200" dirty="0"/>
              <a:t> Strategies focused on improving user experience, offering effective and well-planned discounts (Discount Usage Impact on Retention), and encouraging transitions from monthly to annual plans to ensure customer loyalty and continuity.</a:t>
            </a:r>
          </a:p>
          <a:p>
            <a:endParaRPr lang="en-US" dirty="0"/>
          </a:p>
        </p:txBody>
      </p:sp>
    </p:spTree>
    <p:extLst>
      <p:ext uri="{BB962C8B-B14F-4D97-AF65-F5344CB8AC3E}">
        <p14:creationId xmlns:p14="http://schemas.microsoft.com/office/powerpoint/2010/main" val="4248357854"/>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45DE76-8464-C4BA-215D-DF595493819E}"/>
              </a:ext>
            </a:extLst>
          </p:cNvPr>
          <p:cNvSpPr>
            <a:spLocks noGrp="1"/>
          </p:cNvSpPr>
          <p:nvPr>
            <p:ph idx="1"/>
          </p:nvPr>
        </p:nvSpPr>
        <p:spPr>
          <a:xfrm>
            <a:off x="1088136" y="752169"/>
            <a:ext cx="9922764" cy="5117689"/>
          </a:xfrm>
        </p:spPr>
        <p:txBody>
          <a:bodyPr>
            <a:normAutofit/>
          </a:bodyPr>
          <a:lstStyle/>
          <a:p>
            <a:pPr algn="ctr"/>
            <a:endParaRPr lang="fr-FR" sz="5400" dirty="0"/>
          </a:p>
          <a:p>
            <a:pPr algn="ctr"/>
            <a:r>
              <a:rPr lang="fr-FR" sz="5400" dirty="0"/>
              <a:t>With </a:t>
            </a:r>
            <a:r>
              <a:rPr lang="fr-FR" sz="5400" dirty="0" err="1"/>
              <a:t>pleasure</a:t>
            </a:r>
            <a:endParaRPr lang="fr-FR" sz="5400" dirty="0"/>
          </a:p>
          <a:p>
            <a:pPr algn="ctr"/>
            <a:endParaRPr lang="fr-FR" sz="3200" dirty="0"/>
          </a:p>
          <a:p>
            <a:pPr algn="ctr"/>
            <a:r>
              <a:rPr lang="fr-FR" sz="5400" dirty="0" err="1"/>
              <a:t>Thank</a:t>
            </a:r>
            <a:r>
              <a:rPr lang="fr-FR" sz="5400" dirty="0"/>
              <a:t> You</a:t>
            </a:r>
          </a:p>
          <a:p>
            <a:pPr algn="ctr"/>
            <a:endParaRPr lang="fr-FR" sz="5400" dirty="0"/>
          </a:p>
        </p:txBody>
      </p:sp>
    </p:spTree>
    <p:extLst>
      <p:ext uri="{BB962C8B-B14F-4D97-AF65-F5344CB8AC3E}">
        <p14:creationId xmlns:p14="http://schemas.microsoft.com/office/powerpoint/2010/main" val="4120417702"/>
      </p:ext>
    </p:extLst>
  </p:cSld>
  <p:clrMapOvr>
    <a:masterClrMapping/>
  </p:clrMapOvr>
</p:sld>
</file>

<file path=ppt/theme/theme1.xml><?xml version="1.0" encoding="utf-8"?>
<a:theme xmlns:a="http://schemas.openxmlformats.org/drawingml/2006/main" name="Bjorn">
  <a:themeElements>
    <a:clrScheme name="Bjorn">
      <a:dk1>
        <a:srgbClr val="000000"/>
      </a:dk1>
      <a:lt1>
        <a:srgbClr val="FFFFFF"/>
      </a:lt1>
      <a:dk2>
        <a:srgbClr val="003474"/>
      </a:dk2>
      <a:lt2>
        <a:srgbClr val="EFE6EB"/>
      </a:lt2>
      <a:accent1>
        <a:srgbClr val="28AE70"/>
      </a:accent1>
      <a:accent2>
        <a:srgbClr val="AC9E0C"/>
      </a:accent2>
      <a:accent3>
        <a:srgbClr val="EF3475"/>
      </a:accent3>
      <a:accent4>
        <a:srgbClr val="8961F3"/>
      </a:accent4>
      <a:accent5>
        <a:srgbClr val="11ADD3"/>
      </a:accent5>
      <a:accent6>
        <a:srgbClr val="E78813"/>
      </a:accent6>
      <a:hlink>
        <a:srgbClr val="CD45C3"/>
      </a:hlink>
      <a:folHlink>
        <a:srgbClr val="E34E4E"/>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 id="{121AC9A9-9DF1-410F-980B-228D05632962}" vid="{661A2AC3-DE07-4883-A618-4B52B678F5E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Bjorn">
    <a:dk1>
      <a:srgbClr val="000000"/>
    </a:dk1>
    <a:lt1>
      <a:srgbClr val="FFFFFF"/>
    </a:lt1>
    <a:dk2>
      <a:srgbClr val="003474"/>
    </a:dk2>
    <a:lt2>
      <a:srgbClr val="EFE6EB"/>
    </a:lt2>
    <a:accent1>
      <a:srgbClr val="28AE70"/>
    </a:accent1>
    <a:accent2>
      <a:srgbClr val="AC9E0C"/>
    </a:accent2>
    <a:accent3>
      <a:srgbClr val="EF3475"/>
    </a:accent3>
    <a:accent4>
      <a:srgbClr val="8961F3"/>
    </a:accent4>
    <a:accent5>
      <a:srgbClr val="11ADD3"/>
    </a:accent5>
    <a:accent6>
      <a:srgbClr val="E78813"/>
    </a:accent6>
    <a:hlink>
      <a:srgbClr val="CD45C3"/>
    </a:hlink>
    <a:folHlink>
      <a:srgbClr val="E34E4E"/>
    </a:folHlink>
  </a:clrScheme>
</a:themeOverride>
</file>

<file path=ppt/theme/themeOverride2.xml><?xml version="1.0" encoding="utf-8"?>
<a:themeOverride xmlns:a="http://schemas.openxmlformats.org/drawingml/2006/main">
  <a:clrScheme name="Bjorn">
    <a:dk1>
      <a:srgbClr val="000000"/>
    </a:dk1>
    <a:lt1>
      <a:srgbClr val="FFFFFF"/>
    </a:lt1>
    <a:dk2>
      <a:srgbClr val="003474"/>
    </a:dk2>
    <a:lt2>
      <a:srgbClr val="EFE6EB"/>
    </a:lt2>
    <a:accent1>
      <a:srgbClr val="28AE70"/>
    </a:accent1>
    <a:accent2>
      <a:srgbClr val="AC9E0C"/>
    </a:accent2>
    <a:accent3>
      <a:srgbClr val="EF3475"/>
    </a:accent3>
    <a:accent4>
      <a:srgbClr val="8961F3"/>
    </a:accent4>
    <a:accent5>
      <a:srgbClr val="11ADD3"/>
    </a:accent5>
    <a:accent6>
      <a:srgbClr val="E78813"/>
    </a:accent6>
    <a:hlink>
      <a:srgbClr val="CD45C3"/>
    </a:hlink>
    <a:folHlink>
      <a:srgbClr val="E34E4E"/>
    </a:folHlink>
  </a:clrScheme>
</a:themeOverride>
</file>

<file path=ppt/theme/themeOverride3.xml><?xml version="1.0" encoding="utf-8"?>
<a:themeOverride xmlns:a="http://schemas.openxmlformats.org/drawingml/2006/main">
  <a:clrScheme name="Bjorn">
    <a:dk1>
      <a:srgbClr val="000000"/>
    </a:dk1>
    <a:lt1>
      <a:srgbClr val="FFFFFF"/>
    </a:lt1>
    <a:dk2>
      <a:srgbClr val="003474"/>
    </a:dk2>
    <a:lt2>
      <a:srgbClr val="EFE6EB"/>
    </a:lt2>
    <a:accent1>
      <a:srgbClr val="28AE70"/>
    </a:accent1>
    <a:accent2>
      <a:srgbClr val="AC9E0C"/>
    </a:accent2>
    <a:accent3>
      <a:srgbClr val="EF3475"/>
    </a:accent3>
    <a:accent4>
      <a:srgbClr val="8961F3"/>
    </a:accent4>
    <a:accent5>
      <a:srgbClr val="11ADD3"/>
    </a:accent5>
    <a:accent6>
      <a:srgbClr val="E78813"/>
    </a:accent6>
    <a:hlink>
      <a:srgbClr val="CD45C3"/>
    </a:hlink>
    <a:folHlink>
      <a:srgbClr val="E34E4E"/>
    </a:folHlink>
  </a:clrScheme>
</a:themeOverride>
</file>

<file path=ppt/theme/themeOverride4.xml><?xml version="1.0" encoding="utf-8"?>
<a:themeOverride xmlns:a="http://schemas.openxmlformats.org/drawingml/2006/main">
  <a:clrScheme name="Bjorn">
    <a:dk1>
      <a:srgbClr val="000000"/>
    </a:dk1>
    <a:lt1>
      <a:srgbClr val="FFFFFF"/>
    </a:lt1>
    <a:dk2>
      <a:srgbClr val="003474"/>
    </a:dk2>
    <a:lt2>
      <a:srgbClr val="EFE6EB"/>
    </a:lt2>
    <a:accent1>
      <a:srgbClr val="28AE70"/>
    </a:accent1>
    <a:accent2>
      <a:srgbClr val="AC9E0C"/>
    </a:accent2>
    <a:accent3>
      <a:srgbClr val="EF3475"/>
    </a:accent3>
    <a:accent4>
      <a:srgbClr val="8961F3"/>
    </a:accent4>
    <a:accent5>
      <a:srgbClr val="11ADD3"/>
    </a:accent5>
    <a:accent6>
      <a:srgbClr val="E78813"/>
    </a:accent6>
    <a:hlink>
      <a:srgbClr val="CD45C3"/>
    </a:hlink>
    <a:folHlink>
      <a:srgbClr val="E34E4E"/>
    </a:folHlink>
  </a:clrScheme>
</a:themeOverride>
</file>

<file path=ppt/theme/themeOverride5.xml><?xml version="1.0" encoding="utf-8"?>
<a:themeOverride xmlns:a="http://schemas.openxmlformats.org/drawingml/2006/main">
  <a:clrScheme name="Bjorn">
    <a:dk1>
      <a:srgbClr val="000000"/>
    </a:dk1>
    <a:lt1>
      <a:srgbClr val="FFFFFF"/>
    </a:lt1>
    <a:dk2>
      <a:srgbClr val="003474"/>
    </a:dk2>
    <a:lt2>
      <a:srgbClr val="EFE6EB"/>
    </a:lt2>
    <a:accent1>
      <a:srgbClr val="28AE70"/>
    </a:accent1>
    <a:accent2>
      <a:srgbClr val="AC9E0C"/>
    </a:accent2>
    <a:accent3>
      <a:srgbClr val="EF3475"/>
    </a:accent3>
    <a:accent4>
      <a:srgbClr val="8961F3"/>
    </a:accent4>
    <a:accent5>
      <a:srgbClr val="11ADD3"/>
    </a:accent5>
    <a:accent6>
      <a:srgbClr val="E78813"/>
    </a:accent6>
    <a:hlink>
      <a:srgbClr val="CD45C3"/>
    </a:hlink>
    <a:folHlink>
      <a:srgbClr val="E34E4E"/>
    </a:folHlink>
  </a:clrScheme>
</a:themeOverride>
</file>

<file path=ppt/theme/themeOverride6.xml><?xml version="1.0" encoding="utf-8"?>
<a:themeOverride xmlns:a="http://schemas.openxmlformats.org/drawingml/2006/main">
  <a:clrScheme name="Bjorn">
    <a:dk1>
      <a:srgbClr val="000000"/>
    </a:dk1>
    <a:lt1>
      <a:srgbClr val="FFFFFF"/>
    </a:lt1>
    <a:dk2>
      <a:srgbClr val="003474"/>
    </a:dk2>
    <a:lt2>
      <a:srgbClr val="EFE6EB"/>
    </a:lt2>
    <a:accent1>
      <a:srgbClr val="28AE70"/>
    </a:accent1>
    <a:accent2>
      <a:srgbClr val="AC9E0C"/>
    </a:accent2>
    <a:accent3>
      <a:srgbClr val="EF3475"/>
    </a:accent3>
    <a:accent4>
      <a:srgbClr val="8961F3"/>
    </a:accent4>
    <a:accent5>
      <a:srgbClr val="11ADD3"/>
    </a:accent5>
    <a:accent6>
      <a:srgbClr val="E78813"/>
    </a:accent6>
    <a:hlink>
      <a:srgbClr val="CD45C3"/>
    </a:hlink>
    <a:folHlink>
      <a:srgbClr val="E34E4E"/>
    </a:folHlink>
  </a:clrScheme>
</a:themeOverride>
</file>

<file path=ppt/theme/themeOverride7.xml><?xml version="1.0" encoding="utf-8"?>
<a:themeOverride xmlns:a="http://schemas.openxmlformats.org/drawingml/2006/main">
  <a:clrScheme name="Bjorn">
    <a:dk1>
      <a:srgbClr val="000000"/>
    </a:dk1>
    <a:lt1>
      <a:srgbClr val="FFFFFF"/>
    </a:lt1>
    <a:dk2>
      <a:srgbClr val="003474"/>
    </a:dk2>
    <a:lt2>
      <a:srgbClr val="EFE6EB"/>
    </a:lt2>
    <a:accent1>
      <a:srgbClr val="28AE70"/>
    </a:accent1>
    <a:accent2>
      <a:srgbClr val="AC9E0C"/>
    </a:accent2>
    <a:accent3>
      <a:srgbClr val="EF3475"/>
    </a:accent3>
    <a:accent4>
      <a:srgbClr val="8961F3"/>
    </a:accent4>
    <a:accent5>
      <a:srgbClr val="11ADD3"/>
    </a:accent5>
    <a:accent6>
      <a:srgbClr val="E78813"/>
    </a:accent6>
    <a:hlink>
      <a:srgbClr val="CD45C3"/>
    </a:hlink>
    <a:folHlink>
      <a:srgbClr val="E34E4E"/>
    </a:folHlink>
  </a:clrScheme>
</a:themeOverride>
</file>

<file path=docProps/app.xml><?xml version="1.0" encoding="utf-8"?>
<Properties xmlns="http://schemas.openxmlformats.org/officeDocument/2006/extended-properties" xmlns:vt="http://schemas.openxmlformats.org/officeDocument/2006/docPropsVTypes">
  <Template/>
  <TotalTime>174</TotalTime>
  <Words>464</Words>
  <Application>Microsoft Office PowerPoint</Application>
  <PresentationFormat>Widescreen</PresentationFormat>
  <Paragraphs>58</Paragraphs>
  <Slides>20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Aptos</vt:lpstr>
      <vt:lpstr>Arial</vt:lpstr>
      <vt:lpstr>Inter</vt:lpstr>
      <vt:lpstr>Neue Haas Grotesk Text Pro</vt:lpstr>
      <vt:lpstr>System Font Regular</vt:lpstr>
      <vt:lpstr>Times New Roman</vt:lpstr>
      <vt:lpstr>Bjorn</vt:lpstr>
      <vt:lpstr>Sales and Marketing</vt:lpstr>
      <vt:lpstr>PowerPoint Presentation</vt:lpstr>
      <vt:lpstr>Business Problem  Customer churn   The goal of this dataset is to help answer questions like:  </vt:lpstr>
      <vt:lpstr>Columns </vt:lpstr>
      <vt:lpstr>PowerPoint Presentation</vt:lpstr>
      <vt:lpstr>PowerPoint Presentation</vt:lpstr>
      <vt:lpstr>PowerPoint Presentation</vt:lpstr>
      <vt:lpstr>PowerPoint Presentation</vt:lpstr>
      <vt:lpstr>Librairies</vt:lpstr>
      <vt:lpstr>Missing Values (NAs) </vt:lpstr>
      <vt:lpstr>Outliers </vt:lpstr>
      <vt:lpstr>Removed columns</vt:lpstr>
      <vt:lpstr>Data Modification And Feature Engineering</vt:lpstr>
      <vt:lpstr>EDA Analysis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Julie Fakhry</dc:creator>
  <cp:lastModifiedBy>George Adel</cp:lastModifiedBy>
  <cp:revision>16</cp:revision>
  <dcterms:created xsi:type="dcterms:W3CDTF">2026-09-18T18:11:31Z</dcterms:created>
  <dcterms:modified xsi:type="dcterms:W3CDTF">2026-09-19T12:05:32Z</dcterms:modified>
</cp:coreProperties>
</file>